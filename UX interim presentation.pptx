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notesMasterIdLst>
    <p:notesMasterId r:id="rId31"/>
  </p:notesMasterIdLst>
  <p:handoutMasterIdLst>
    <p:handoutMasterId r:id="rId32"/>
  </p:handoutMasterIdLst>
  <p:sldIdLst>
    <p:sldId id="256" r:id="rId2"/>
    <p:sldId id="282" r:id="rId3"/>
    <p:sldId id="264" r:id="rId4"/>
    <p:sldId id="265" r:id="rId5"/>
    <p:sldId id="294" r:id="rId6"/>
    <p:sldId id="299" r:id="rId7"/>
    <p:sldId id="303" r:id="rId8"/>
    <p:sldId id="301" r:id="rId9"/>
    <p:sldId id="302" r:id="rId10"/>
    <p:sldId id="304" r:id="rId11"/>
    <p:sldId id="300" r:id="rId12"/>
    <p:sldId id="298" r:id="rId13"/>
    <p:sldId id="297" r:id="rId14"/>
    <p:sldId id="287" r:id="rId15"/>
    <p:sldId id="289" r:id="rId16"/>
    <p:sldId id="290" r:id="rId17"/>
    <p:sldId id="286" r:id="rId18"/>
    <p:sldId id="266" r:id="rId19"/>
    <p:sldId id="267" r:id="rId20"/>
    <p:sldId id="268" r:id="rId21"/>
    <p:sldId id="270" r:id="rId22"/>
    <p:sldId id="271" r:id="rId23"/>
    <p:sldId id="272" r:id="rId24"/>
    <p:sldId id="273" r:id="rId25"/>
    <p:sldId id="274" r:id="rId26"/>
    <p:sldId id="276" r:id="rId27"/>
    <p:sldId id="279" r:id="rId28"/>
    <p:sldId id="280" r:id="rId29"/>
    <p:sldId id="293" r:id="rId30"/>
  </p:sldIdLst>
  <p:sldSz cx="9144000" cy="5149850"/>
  <p:notesSz cx="6858000" cy="9144000"/>
  <p:defaultTextStyle>
    <a:defPPr>
      <a:defRPr lang="de-DE"/>
    </a:defPPr>
    <a:lvl1pPr marL="0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1pPr>
    <a:lvl2pPr marL="343037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2pPr>
    <a:lvl3pPr marL="686074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3pPr>
    <a:lvl4pPr marL="1029111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4pPr>
    <a:lvl5pPr marL="1372149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5pPr>
    <a:lvl6pPr marL="1715186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6pPr>
    <a:lvl7pPr marL="2058223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7pPr>
    <a:lvl8pPr marL="2401260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8pPr>
    <a:lvl9pPr marL="2744297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AB3"/>
    <a:srgbClr val="DAE5EB"/>
    <a:srgbClr val="CCDDE7"/>
    <a:srgbClr val="DAE5EA"/>
    <a:srgbClr val="B6CB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28F886-421E-D7D0-162F-850EBC13733D}" v="42" dt="2026-01-04T16:46:05.860"/>
    <p1510:client id="{27504EFA-19EA-85BA-0B15-8C8EED000A03}" v="435" dt="2026-01-05T07:41:40.473"/>
    <p1510:client id="{537158B2-A875-274C-AAC6-C834E9ABCB93}" v="430" dt="2026-01-04T15:58:57.999"/>
    <p1510:client id="{65B63E19-3063-E208-8CF4-E8D20895CAC8}" v="146" dt="2026-01-04T15:02:21.215"/>
    <p1510:client id="{C5AEF4C4-2485-88F7-F9F6-7C528DA71C9E}" v="350" dt="2026-01-04T19:04:13.567"/>
    <p1510:client id="{E9856EB5-4CCB-6D4C-457C-F369813B7939}" v="239" dt="2026-01-04T19:44:24.6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C391CA-5DDD-4FB9-B676-0C980604A5E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A0E326A-1620-4A7A-AD96-D6D913F79D0E}">
      <dgm:prSet/>
      <dgm:spPr/>
      <dgm:t>
        <a:bodyPr/>
        <a:lstStyle/>
        <a:p>
          <a:pPr rtl="0"/>
          <a:r>
            <a:rPr lang="de-DE" err="1">
              <a:solidFill>
                <a:schemeClr val="bg1"/>
              </a:solidFill>
            </a:rPr>
            <a:t>Complex</a:t>
          </a:r>
          <a:r>
            <a:rPr lang="de-DE">
              <a:solidFill>
                <a:schemeClr val="bg1"/>
              </a:solidFill>
            </a:rPr>
            <a:t> </a:t>
          </a:r>
          <a:r>
            <a:rPr lang="de-DE">
              <a:solidFill>
                <a:schemeClr val="bg1"/>
              </a:solidFill>
              <a:latin typeface="Arial"/>
            </a:rPr>
            <a:t>View vs</a:t>
          </a:r>
          <a:r>
            <a:rPr lang="de-DE">
              <a:solidFill>
                <a:schemeClr val="bg1"/>
              </a:solidFill>
            </a:rPr>
            <a:t>. Clear </a:t>
          </a:r>
          <a:r>
            <a:rPr lang="de-DE">
              <a:solidFill>
                <a:schemeClr val="bg1"/>
              </a:solidFill>
              <a:latin typeface="Arial"/>
            </a:rPr>
            <a:t>View</a:t>
          </a:r>
          <a:endParaRPr lang="en-US" err="1">
            <a:solidFill>
              <a:schemeClr val="bg1"/>
            </a:solidFill>
          </a:endParaRPr>
        </a:p>
      </dgm:t>
    </dgm:pt>
    <dgm:pt modelId="{D46EE42D-6C49-47A2-86F9-FFA185D69EC2}" type="parTrans" cxnId="{D7FA0E65-6C6C-45BC-8A4D-532F589731D1}">
      <dgm:prSet/>
      <dgm:spPr/>
      <dgm:t>
        <a:bodyPr/>
        <a:lstStyle/>
        <a:p>
          <a:endParaRPr lang="en-US"/>
        </a:p>
      </dgm:t>
    </dgm:pt>
    <dgm:pt modelId="{B5027B8A-F749-4154-944B-6A71F4A85217}" type="sibTrans" cxnId="{D7FA0E65-6C6C-45BC-8A4D-532F589731D1}">
      <dgm:prSet/>
      <dgm:spPr/>
      <dgm:t>
        <a:bodyPr/>
        <a:lstStyle/>
        <a:p>
          <a:endParaRPr lang="en-US"/>
        </a:p>
      </dgm:t>
    </dgm:pt>
    <dgm:pt modelId="{24A8EB87-832E-4B11-AEDD-CDF74D3389F9}">
      <dgm:prSet/>
      <dgm:spPr/>
      <dgm:t>
        <a:bodyPr/>
        <a:lstStyle/>
        <a:p>
          <a:r>
            <a:rPr lang="de-DE">
              <a:solidFill>
                <a:schemeClr val="bg1"/>
              </a:solidFill>
            </a:rPr>
            <a:t>Solution: Quick Check &amp; Deep Analysis</a:t>
          </a:r>
          <a:endParaRPr lang="en-US">
            <a:solidFill>
              <a:schemeClr val="bg1"/>
            </a:solidFill>
          </a:endParaRPr>
        </a:p>
      </dgm:t>
    </dgm:pt>
    <dgm:pt modelId="{FB84EAD8-C4B7-4CC4-BDC0-B91AD6ED936C}" type="parTrans" cxnId="{2403A55B-56CC-436F-8EA7-39B8996A19E5}">
      <dgm:prSet/>
      <dgm:spPr/>
      <dgm:t>
        <a:bodyPr/>
        <a:lstStyle/>
        <a:p>
          <a:endParaRPr lang="en-US"/>
        </a:p>
      </dgm:t>
    </dgm:pt>
    <dgm:pt modelId="{708A7899-C3BF-4611-8DF5-5690AF6C42E3}" type="sibTrans" cxnId="{2403A55B-56CC-436F-8EA7-39B8996A19E5}">
      <dgm:prSet/>
      <dgm:spPr/>
      <dgm:t>
        <a:bodyPr/>
        <a:lstStyle/>
        <a:p>
          <a:endParaRPr lang="en-US"/>
        </a:p>
      </dgm:t>
    </dgm:pt>
    <dgm:pt modelId="{74CACB99-8DF2-4F69-A5B8-0AE2D92AF429}" type="pres">
      <dgm:prSet presAssocID="{29C391CA-5DDD-4FB9-B676-0C980604A5E4}" presName="root" presStyleCnt="0">
        <dgm:presLayoutVars>
          <dgm:dir/>
          <dgm:resizeHandles val="exact"/>
        </dgm:presLayoutVars>
      </dgm:prSet>
      <dgm:spPr/>
    </dgm:pt>
    <dgm:pt modelId="{46097A0B-08E7-45BB-A35A-263B1BA391BF}" type="pres">
      <dgm:prSet presAssocID="{5A0E326A-1620-4A7A-AD96-D6D913F79D0E}" presName="compNode" presStyleCnt="0"/>
      <dgm:spPr/>
    </dgm:pt>
    <dgm:pt modelId="{D6331B76-224E-477A-92F8-40428925BF2E}" type="pres">
      <dgm:prSet presAssocID="{5A0E326A-1620-4A7A-AD96-D6D913F79D0E}" presName="bgRect" presStyleLbl="bgShp" presStyleIdx="0" presStyleCnt="2"/>
      <dgm:spPr>
        <a:solidFill>
          <a:srgbClr val="006AB3"/>
        </a:solidFill>
      </dgm:spPr>
    </dgm:pt>
    <dgm:pt modelId="{F7F15126-50E0-48B2-9693-D2915570772E}" type="pres">
      <dgm:prSet presAssocID="{5A0E326A-1620-4A7A-AD96-D6D913F79D0E}" presName="iconRect" presStyleLbl="node1" presStyleIdx="0" presStyleCnt="2"/>
      <dgm:spPr>
        <a:noFill/>
        <a:ln>
          <a:noFill/>
        </a:ln>
      </dgm:spPr>
    </dgm:pt>
    <dgm:pt modelId="{231A6DF9-A00C-4917-B7C9-5A2BABCC438D}" type="pres">
      <dgm:prSet presAssocID="{5A0E326A-1620-4A7A-AD96-D6D913F79D0E}" presName="spaceRect" presStyleCnt="0"/>
      <dgm:spPr/>
    </dgm:pt>
    <dgm:pt modelId="{5597FB77-7234-4F6A-A400-234962AF1BC1}" type="pres">
      <dgm:prSet presAssocID="{5A0E326A-1620-4A7A-AD96-D6D913F79D0E}" presName="parTx" presStyleLbl="revTx" presStyleIdx="0" presStyleCnt="2">
        <dgm:presLayoutVars>
          <dgm:chMax val="0"/>
          <dgm:chPref val="0"/>
        </dgm:presLayoutVars>
      </dgm:prSet>
      <dgm:spPr/>
    </dgm:pt>
    <dgm:pt modelId="{142B9295-4ACC-4A4F-82FA-68F89DBE103B}" type="pres">
      <dgm:prSet presAssocID="{B5027B8A-F749-4154-944B-6A71F4A85217}" presName="sibTrans" presStyleCnt="0"/>
      <dgm:spPr/>
    </dgm:pt>
    <dgm:pt modelId="{03FFE344-AE01-457A-9ABE-72B69BAF1E3E}" type="pres">
      <dgm:prSet presAssocID="{24A8EB87-832E-4B11-AEDD-CDF74D3389F9}" presName="compNode" presStyleCnt="0"/>
      <dgm:spPr/>
    </dgm:pt>
    <dgm:pt modelId="{B18CF64E-D1A7-48CC-A07D-15959CB446D4}" type="pres">
      <dgm:prSet presAssocID="{24A8EB87-832E-4B11-AEDD-CDF74D3389F9}" presName="bgRect" presStyleLbl="bgShp" presStyleIdx="1" presStyleCnt="2" custLinFactNeighborX="943" custLinFactNeighborY="19"/>
      <dgm:spPr>
        <a:solidFill>
          <a:srgbClr val="006AB3"/>
        </a:solidFill>
      </dgm:spPr>
    </dgm:pt>
    <dgm:pt modelId="{3C449CF0-2686-443E-9008-FC8D27744B6E}" type="pres">
      <dgm:prSet presAssocID="{24A8EB87-832E-4B11-AEDD-CDF74D3389F9}" presName="iconRect" presStyleLbl="node1" presStyleIdx="1" presStyleCnt="2"/>
      <dgm:spPr>
        <a:noFill/>
        <a:ln>
          <a:noFill/>
        </a:ln>
      </dgm:spPr>
    </dgm:pt>
    <dgm:pt modelId="{9A36E931-64D4-4859-A191-22616C576EE4}" type="pres">
      <dgm:prSet presAssocID="{24A8EB87-832E-4B11-AEDD-CDF74D3389F9}" presName="spaceRect" presStyleCnt="0"/>
      <dgm:spPr/>
    </dgm:pt>
    <dgm:pt modelId="{2C3E49F6-EA04-482D-AECE-E3093AEE3CCF}" type="pres">
      <dgm:prSet presAssocID="{24A8EB87-832E-4B11-AEDD-CDF74D3389F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8C32C23-2B7A-4CF2-A97B-31D4F0AF5A9D}" type="presOf" srcId="{29C391CA-5DDD-4FB9-B676-0C980604A5E4}" destId="{74CACB99-8DF2-4F69-A5B8-0AE2D92AF429}" srcOrd="0" destOrd="0" presId="urn:microsoft.com/office/officeart/2018/2/layout/IconVerticalSolidList"/>
    <dgm:cxn modelId="{2403A55B-56CC-436F-8EA7-39B8996A19E5}" srcId="{29C391CA-5DDD-4FB9-B676-0C980604A5E4}" destId="{24A8EB87-832E-4B11-AEDD-CDF74D3389F9}" srcOrd="1" destOrd="0" parTransId="{FB84EAD8-C4B7-4CC4-BDC0-B91AD6ED936C}" sibTransId="{708A7899-C3BF-4611-8DF5-5690AF6C42E3}"/>
    <dgm:cxn modelId="{D7FA0E65-6C6C-45BC-8A4D-532F589731D1}" srcId="{29C391CA-5DDD-4FB9-B676-0C980604A5E4}" destId="{5A0E326A-1620-4A7A-AD96-D6D913F79D0E}" srcOrd="0" destOrd="0" parTransId="{D46EE42D-6C49-47A2-86F9-FFA185D69EC2}" sibTransId="{B5027B8A-F749-4154-944B-6A71F4A85217}"/>
    <dgm:cxn modelId="{32FE8F86-6526-4DE7-B15B-1E0AB7BDBF0D}" type="presOf" srcId="{24A8EB87-832E-4B11-AEDD-CDF74D3389F9}" destId="{2C3E49F6-EA04-482D-AECE-E3093AEE3CCF}" srcOrd="0" destOrd="0" presId="urn:microsoft.com/office/officeart/2018/2/layout/IconVerticalSolidList"/>
    <dgm:cxn modelId="{C78131A4-74FB-42D8-9447-BF33B68258EE}" type="presOf" srcId="{5A0E326A-1620-4A7A-AD96-D6D913F79D0E}" destId="{5597FB77-7234-4F6A-A400-234962AF1BC1}" srcOrd="0" destOrd="0" presId="urn:microsoft.com/office/officeart/2018/2/layout/IconVerticalSolidList"/>
    <dgm:cxn modelId="{D4F5D3B9-5E48-43DD-B77B-6E781B5DAA59}" type="presParOf" srcId="{74CACB99-8DF2-4F69-A5B8-0AE2D92AF429}" destId="{46097A0B-08E7-45BB-A35A-263B1BA391BF}" srcOrd="0" destOrd="0" presId="urn:microsoft.com/office/officeart/2018/2/layout/IconVerticalSolidList"/>
    <dgm:cxn modelId="{623F0205-C8F8-4E09-9390-A84CD0FD094A}" type="presParOf" srcId="{46097A0B-08E7-45BB-A35A-263B1BA391BF}" destId="{D6331B76-224E-477A-92F8-40428925BF2E}" srcOrd="0" destOrd="0" presId="urn:microsoft.com/office/officeart/2018/2/layout/IconVerticalSolidList"/>
    <dgm:cxn modelId="{3E47A615-8445-47EF-8340-21A22C9206D0}" type="presParOf" srcId="{46097A0B-08E7-45BB-A35A-263B1BA391BF}" destId="{F7F15126-50E0-48B2-9693-D2915570772E}" srcOrd="1" destOrd="0" presId="urn:microsoft.com/office/officeart/2018/2/layout/IconVerticalSolidList"/>
    <dgm:cxn modelId="{22C7F0DE-A0A6-442B-BD5F-B0BB62448981}" type="presParOf" srcId="{46097A0B-08E7-45BB-A35A-263B1BA391BF}" destId="{231A6DF9-A00C-4917-B7C9-5A2BABCC438D}" srcOrd="2" destOrd="0" presId="urn:microsoft.com/office/officeart/2018/2/layout/IconVerticalSolidList"/>
    <dgm:cxn modelId="{5EB4DF31-F517-4288-871C-1C85234C6596}" type="presParOf" srcId="{46097A0B-08E7-45BB-A35A-263B1BA391BF}" destId="{5597FB77-7234-4F6A-A400-234962AF1BC1}" srcOrd="3" destOrd="0" presId="urn:microsoft.com/office/officeart/2018/2/layout/IconVerticalSolidList"/>
    <dgm:cxn modelId="{9FEF70BA-7760-4480-B534-BA573A06FC4E}" type="presParOf" srcId="{74CACB99-8DF2-4F69-A5B8-0AE2D92AF429}" destId="{142B9295-4ACC-4A4F-82FA-68F89DBE103B}" srcOrd="1" destOrd="0" presId="urn:microsoft.com/office/officeart/2018/2/layout/IconVerticalSolidList"/>
    <dgm:cxn modelId="{7621A266-0600-47F5-93A7-9D1656254035}" type="presParOf" srcId="{74CACB99-8DF2-4F69-A5B8-0AE2D92AF429}" destId="{03FFE344-AE01-457A-9ABE-72B69BAF1E3E}" srcOrd="2" destOrd="0" presId="urn:microsoft.com/office/officeart/2018/2/layout/IconVerticalSolidList"/>
    <dgm:cxn modelId="{9377BDFB-E217-4124-AE75-E2FCF59D9A1D}" type="presParOf" srcId="{03FFE344-AE01-457A-9ABE-72B69BAF1E3E}" destId="{B18CF64E-D1A7-48CC-A07D-15959CB446D4}" srcOrd="0" destOrd="0" presId="urn:microsoft.com/office/officeart/2018/2/layout/IconVerticalSolidList"/>
    <dgm:cxn modelId="{CC084B20-B8C0-44BD-BD7B-2E4197FFBA6B}" type="presParOf" srcId="{03FFE344-AE01-457A-9ABE-72B69BAF1E3E}" destId="{3C449CF0-2686-443E-9008-FC8D27744B6E}" srcOrd="1" destOrd="0" presId="urn:microsoft.com/office/officeart/2018/2/layout/IconVerticalSolidList"/>
    <dgm:cxn modelId="{72A4056D-A259-4DE8-B00E-E7EA8AB33B15}" type="presParOf" srcId="{03FFE344-AE01-457A-9ABE-72B69BAF1E3E}" destId="{9A36E931-64D4-4859-A191-22616C576EE4}" srcOrd="2" destOrd="0" presId="urn:microsoft.com/office/officeart/2018/2/layout/IconVerticalSolidList"/>
    <dgm:cxn modelId="{A507542E-63AF-4DC3-9774-675E7EBD109D}" type="presParOf" srcId="{03FFE344-AE01-457A-9ABE-72B69BAF1E3E}" destId="{2C3E49F6-EA04-482D-AECE-E3093AEE3CC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331B76-224E-477A-92F8-40428925BF2E}">
      <dsp:nvSpPr>
        <dsp:cNvPr id="0" name=""/>
        <dsp:cNvSpPr/>
      </dsp:nvSpPr>
      <dsp:spPr>
        <a:xfrm>
          <a:off x="0" y="567531"/>
          <a:ext cx="8101807" cy="1047750"/>
        </a:xfrm>
        <a:prstGeom prst="roundRect">
          <a:avLst>
            <a:gd name="adj" fmla="val 10000"/>
          </a:avLst>
        </a:prstGeom>
        <a:solidFill>
          <a:srgbClr val="006AB3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F15126-50E0-48B2-9693-D2915570772E}">
      <dsp:nvSpPr>
        <dsp:cNvPr id="0" name=""/>
        <dsp:cNvSpPr/>
      </dsp:nvSpPr>
      <dsp:spPr>
        <a:xfrm>
          <a:off x="316944" y="803274"/>
          <a:ext cx="576262" cy="57626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97FB77-7234-4F6A-A400-234962AF1BC1}">
      <dsp:nvSpPr>
        <dsp:cNvPr id="0" name=""/>
        <dsp:cNvSpPr/>
      </dsp:nvSpPr>
      <dsp:spPr>
        <a:xfrm>
          <a:off x="1210151" y="567531"/>
          <a:ext cx="6891655" cy="1047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87" tIns="110887" rIns="110887" bIns="110887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err="1">
              <a:solidFill>
                <a:schemeClr val="bg1"/>
              </a:solidFill>
            </a:rPr>
            <a:t>Complex</a:t>
          </a:r>
          <a:r>
            <a:rPr lang="de-DE" sz="2500" kern="1200">
              <a:solidFill>
                <a:schemeClr val="bg1"/>
              </a:solidFill>
            </a:rPr>
            <a:t> </a:t>
          </a:r>
          <a:r>
            <a:rPr lang="de-DE" sz="2500" kern="1200">
              <a:solidFill>
                <a:schemeClr val="bg1"/>
              </a:solidFill>
              <a:latin typeface="Arial"/>
            </a:rPr>
            <a:t>View vs</a:t>
          </a:r>
          <a:r>
            <a:rPr lang="de-DE" sz="2500" kern="1200">
              <a:solidFill>
                <a:schemeClr val="bg1"/>
              </a:solidFill>
            </a:rPr>
            <a:t>. Clear </a:t>
          </a:r>
          <a:r>
            <a:rPr lang="de-DE" sz="2500" kern="1200">
              <a:solidFill>
                <a:schemeClr val="bg1"/>
              </a:solidFill>
              <a:latin typeface="Arial"/>
            </a:rPr>
            <a:t>View</a:t>
          </a:r>
          <a:endParaRPr lang="en-US" sz="2500" kern="1200" err="1">
            <a:solidFill>
              <a:schemeClr val="bg1"/>
            </a:solidFill>
          </a:endParaRPr>
        </a:p>
      </dsp:txBody>
      <dsp:txXfrm>
        <a:off x="1210151" y="567531"/>
        <a:ext cx="6891655" cy="1047750"/>
      </dsp:txXfrm>
    </dsp:sp>
    <dsp:sp modelId="{B18CF64E-D1A7-48CC-A07D-15959CB446D4}">
      <dsp:nvSpPr>
        <dsp:cNvPr id="0" name=""/>
        <dsp:cNvSpPr/>
      </dsp:nvSpPr>
      <dsp:spPr>
        <a:xfrm>
          <a:off x="0" y="1877417"/>
          <a:ext cx="8101807" cy="1047750"/>
        </a:xfrm>
        <a:prstGeom prst="roundRect">
          <a:avLst>
            <a:gd name="adj" fmla="val 10000"/>
          </a:avLst>
        </a:prstGeom>
        <a:solidFill>
          <a:srgbClr val="006AB3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449CF0-2686-443E-9008-FC8D27744B6E}">
      <dsp:nvSpPr>
        <dsp:cNvPr id="0" name=""/>
        <dsp:cNvSpPr/>
      </dsp:nvSpPr>
      <dsp:spPr>
        <a:xfrm>
          <a:off x="316944" y="2112962"/>
          <a:ext cx="576262" cy="57626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3E49F6-EA04-482D-AECE-E3093AEE3CCF}">
      <dsp:nvSpPr>
        <dsp:cNvPr id="0" name=""/>
        <dsp:cNvSpPr/>
      </dsp:nvSpPr>
      <dsp:spPr>
        <a:xfrm>
          <a:off x="1210151" y="1877218"/>
          <a:ext cx="6891655" cy="1047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87" tIns="110887" rIns="110887" bIns="1108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>
              <a:solidFill>
                <a:schemeClr val="bg1"/>
              </a:solidFill>
            </a:rPr>
            <a:t>Solution: Quick Check &amp; Deep Analysis</a:t>
          </a:r>
          <a:endParaRPr lang="en-US" sz="2500" kern="1200">
            <a:solidFill>
              <a:schemeClr val="bg1"/>
            </a:solidFill>
          </a:endParaRPr>
        </a:p>
      </dsp:txBody>
      <dsp:txXfrm>
        <a:off x="1210151" y="1877218"/>
        <a:ext cx="6891655" cy="10477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BDED6AC-55F7-E147-AFC4-A3BDBFCC75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79D59C4-29AC-D341-B4D1-22B9DA3757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4785B-15A5-6941-B203-15A17340AF8C}" type="datetimeFigureOut">
              <a:rPr lang="de-DE" smtClean="0"/>
              <a:t>04.01.2026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6448B2D-EB51-AA41-A1D5-5D87A817BB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0A25665-AD21-FE4A-BE5F-E9A755F5D9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E3842B-17F5-B44E-AEFD-F68DA92D851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42239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E4EA47C3-D6D1-45C7-B7EF-A1183D105D1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Folienbildplatzhalter 7">
            <a:extLst>
              <a:ext uri="{FF2B5EF4-FFF2-40B4-BE49-F238E27FC236}">
                <a16:creationId xmlns:a16="http://schemas.microsoft.com/office/drawing/2014/main" id="{B136A2F5-BC7E-47DC-9ED9-95EE5B00A2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2279" y="467544"/>
            <a:ext cx="6490831" cy="3655323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10" name="Notizenplatzhalter 9">
            <a:extLst>
              <a:ext uri="{FF2B5EF4-FFF2-40B4-BE49-F238E27FC236}">
                <a16:creationId xmlns:a16="http://schemas.microsoft.com/office/drawing/2014/main" id="{16E3EB76-4D08-4C50-98FE-43C6F5867A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2279" y="4400550"/>
            <a:ext cx="6490831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639692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343037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686074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029111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372149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1715186" algn="l" defTabSz="6860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8223" algn="l" defTabSz="6860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1260" algn="l" defTabSz="6860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4297" algn="l" defTabSz="6860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5314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1356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7298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81485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b="1">
                <a:solidFill>
                  <a:srgbClr val="0F1115"/>
                </a:solidFill>
                <a:latin typeface="Arial"/>
                <a:cs typeface="Arial"/>
              </a:rPr>
              <a:t>We can split prompt injection into two categories.</a:t>
            </a:r>
          </a:p>
          <a:p>
            <a:pPr marL="171450" indent="-171450">
              <a:buFont typeface="Arial"/>
              <a:buChar char="•"/>
              <a:defRPr/>
            </a:pPr>
            <a:r>
              <a:rPr lang="en-US" b="1">
                <a:solidFill>
                  <a:srgbClr val="0F1115"/>
                </a:solidFill>
                <a:latin typeface="Arial"/>
                <a:cs typeface="Arial"/>
              </a:rPr>
              <a:t>Direct Prompt Injection</a:t>
            </a:r>
            <a:r>
              <a:rPr lang="en-US">
                <a:solidFill>
                  <a:srgbClr val="0F1115"/>
                </a:solidFill>
                <a:latin typeface="Arial"/>
                <a:cs typeface="Arial"/>
              </a:rPr>
              <a:t>:</a:t>
            </a:r>
            <a:br>
              <a:rPr lang="en-US">
                <a:cs typeface="Arial"/>
              </a:rPr>
            </a:br>
            <a:r>
              <a:rPr lang="en-US">
                <a:solidFill>
                  <a:srgbClr val="0F1115"/>
                </a:solidFill>
                <a:latin typeface="Arial"/>
                <a:cs typeface="Arial"/>
              </a:rPr>
              <a:t>– Comes from </a:t>
            </a:r>
            <a:r>
              <a:rPr lang="en-US" b="1">
                <a:solidFill>
                  <a:srgbClr val="0F1115"/>
                </a:solidFill>
                <a:latin typeface="Arial"/>
                <a:cs typeface="Arial"/>
              </a:rPr>
              <a:t>user typing directly</a:t>
            </a:r>
            <a:r>
              <a:rPr lang="en-US">
                <a:solidFill>
                  <a:srgbClr val="0F1115"/>
                </a:solidFill>
                <a:latin typeface="Arial"/>
                <a:cs typeface="Arial"/>
              </a:rPr>
              <a:t> in the chat.</a:t>
            </a:r>
            <a:br>
              <a:rPr lang="en-US">
                <a:cs typeface="Arial"/>
              </a:rPr>
            </a:br>
            <a:r>
              <a:rPr lang="en-US">
                <a:solidFill>
                  <a:srgbClr val="0F1115"/>
                </a:solidFill>
                <a:latin typeface="Arial"/>
                <a:cs typeface="Arial"/>
              </a:rPr>
              <a:t>– </a:t>
            </a:r>
            <a:r>
              <a:rPr lang="en-US" b="1">
                <a:solidFill>
                  <a:srgbClr val="0F1115"/>
                </a:solidFill>
                <a:latin typeface="Arial"/>
                <a:cs typeface="Arial"/>
              </a:rPr>
              <a:t>Visible</a:t>
            </a:r>
            <a:r>
              <a:rPr lang="en-US">
                <a:solidFill>
                  <a:srgbClr val="0F1115"/>
                </a:solidFill>
                <a:latin typeface="Arial"/>
                <a:cs typeface="Arial"/>
              </a:rPr>
              <a:t> in the chat history.</a:t>
            </a:r>
            <a:br>
              <a:rPr lang="en-US">
                <a:cs typeface="Arial"/>
              </a:rPr>
            </a:br>
            <a:r>
              <a:rPr lang="en-US">
                <a:solidFill>
                  <a:srgbClr val="0F1115"/>
                </a:solidFill>
                <a:latin typeface="Arial"/>
                <a:cs typeface="Arial"/>
              </a:rPr>
              <a:t>– Example: </a:t>
            </a:r>
            <a:r>
              <a:rPr lang="en-US" i="1">
                <a:solidFill>
                  <a:srgbClr val="0F1115"/>
                </a:solidFill>
                <a:latin typeface="Arial"/>
                <a:cs typeface="Arial"/>
              </a:rPr>
              <a:t>"</a:t>
            </a:r>
            <a:r>
              <a:rPr lang="en-US">
                <a:solidFill>
                  <a:srgbClr val="0F1115"/>
                </a:solidFill>
                <a:latin typeface="Arial"/>
                <a:cs typeface="Arial"/>
              </a:rPr>
              <a:t>when a user types a harmful command directly.</a:t>
            </a:r>
            <a:endParaRPr lang="en-US">
              <a:latin typeface="Arial"/>
              <a:cs typeface="Arial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en-US" b="1">
                <a:solidFill>
                  <a:srgbClr val="0F1115"/>
                </a:solidFill>
                <a:latin typeface="Arial"/>
                <a:cs typeface="Arial"/>
              </a:rPr>
              <a:t>Indirect Prompt Injection</a:t>
            </a:r>
            <a:r>
              <a:rPr lang="en-US">
                <a:solidFill>
                  <a:srgbClr val="0F1115"/>
                </a:solidFill>
                <a:latin typeface="Arial"/>
                <a:cs typeface="Arial"/>
              </a:rPr>
              <a:t>:</a:t>
            </a:r>
            <a:br>
              <a:rPr lang="en-US">
                <a:cs typeface="Arial"/>
              </a:rPr>
            </a:br>
            <a:r>
              <a:rPr lang="en-US">
                <a:solidFill>
                  <a:srgbClr val="0F1115"/>
                </a:solidFill>
                <a:latin typeface="Arial"/>
                <a:cs typeface="Arial"/>
              </a:rPr>
              <a:t>– Hidden </a:t>
            </a:r>
            <a:r>
              <a:rPr lang="en-US" b="1">
                <a:solidFill>
                  <a:srgbClr val="0F1115"/>
                </a:solidFill>
                <a:latin typeface="Arial"/>
                <a:cs typeface="Arial"/>
              </a:rPr>
              <a:t>inside content</a:t>
            </a:r>
            <a:r>
              <a:rPr lang="en-US">
                <a:solidFill>
                  <a:srgbClr val="0F1115"/>
                </a:solidFill>
                <a:latin typeface="Arial"/>
                <a:cs typeface="Arial"/>
              </a:rPr>
              <a:t> like files, websites, or documents.</a:t>
            </a:r>
            <a:br>
              <a:rPr lang="en-US">
                <a:cs typeface="Arial"/>
              </a:rPr>
            </a:br>
            <a:r>
              <a:rPr lang="en-US">
                <a:solidFill>
                  <a:srgbClr val="0F1115"/>
                </a:solidFill>
                <a:latin typeface="Arial"/>
                <a:cs typeface="Arial"/>
              </a:rPr>
              <a:t>– </a:t>
            </a:r>
            <a:r>
              <a:rPr lang="en-US" b="1">
                <a:solidFill>
                  <a:srgbClr val="0F1115"/>
                </a:solidFill>
                <a:latin typeface="Arial"/>
                <a:cs typeface="Arial"/>
              </a:rPr>
              <a:t>Not visible</a:t>
            </a:r>
            <a:r>
              <a:rPr lang="en-US">
                <a:solidFill>
                  <a:srgbClr val="0F1115"/>
                </a:solidFill>
                <a:latin typeface="Arial"/>
                <a:cs typeface="Arial"/>
              </a:rPr>
              <a:t> to the user, because it's embedded.</a:t>
            </a:r>
            <a:br>
              <a:rPr lang="en-US">
                <a:cs typeface="Arial"/>
              </a:rPr>
            </a:br>
            <a:r>
              <a:rPr lang="en-US">
                <a:solidFill>
                  <a:srgbClr val="0F1115"/>
                </a:solidFill>
                <a:latin typeface="Arial"/>
                <a:cs typeface="Arial"/>
              </a:rPr>
              <a:t>– Example: A file contains a harmful command</a:t>
            </a:r>
            <a:endParaRPr lang="en-US" i="1">
              <a:solidFill>
                <a:srgbClr val="0F1115"/>
              </a:solidFill>
              <a:cs typeface="Arial"/>
            </a:endParaRPr>
          </a:p>
          <a:p>
            <a:pPr>
              <a:defRPr/>
            </a:pPr>
            <a:endParaRPr lang="en-US" b="1">
              <a:solidFill>
                <a:srgbClr val="0F1115"/>
              </a:solidFill>
              <a:cs typeface="Arial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65097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E4164-EEC6-D1B4-F3C9-B6531782E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33ED76E-CC65-F7DE-D649-D1AC40044D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9C7D9C0-A94B-7306-23DA-8BF90E91F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de-DE" dirty="0">
                <a:latin typeface="Arial"/>
                <a:cs typeface="Arial"/>
              </a:rPr>
              <a:t>The </a:t>
            </a:r>
            <a:r>
              <a:rPr lang="de-DE" dirty="0" err="1">
                <a:latin typeface="Arial"/>
                <a:cs typeface="Arial"/>
              </a:rPr>
              <a:t>system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provides</a:t>
            </a:r>
            <a:r>
              <a:rPr lang="de-DE" dirty="0">
                <a:latin typeface="Arial"/>
                <a:cs typeface="Arial"/>
              </a:rPr>
              <a:t> extensive </a:t>
            </a:r>
            <a:r>
              <a:rPr lang="de-DE" dirty="0" err="1">
                <a:latin typeface="Arial"/>
                <a:cs typeface="Arial"/>
              </a:rPr>
              <a:t>data</a:t>
            </a:r>
            <a:r>
              <a:rPr lang="de-DE" dirty="0">
                <a:latin typeface="Arial"/>
                <a:cs typeface="Arial"/>
              </a:rPr>
              <a:t>, but </a:t>
            </a:r>
            <a:r>
              <a:rPr lang="de-DE" b="1" dirty="0" err="1">
                <a:latin typeface="Arial"/>
                <a:cs typeface="Arial"/>
              </a:rPr>
              <a:t>does</a:t>
            </a:r>
            <a:r>
              <a:rPr lang="de-DE" b="1" dirty="0">
                <a:latin typeface="Arial"/>
                <a:cs typeface="Arial"/>
              </a:rPr>
              <a:t> not </a:t>
            </a:r>
            <a:r>
              <a:rPr lang="de-DE" b="1" dirty="0" err="1">
                <a:latin typeface="Arial"/>
                <a:cs typeface="Arial"/>
              </a:rPr>
              <a:t>guide</a:t>
            </a:r>
            <a:r>
              <a:rPr lang="de-DE" b="1" dirty="0">
                <a:latin typeface="Arial"/>
                <a:cs typeface="Arial"/>
              </a:rPr>
              <a:t> </a:t>
            </a:r>
            <a:r>
              <a:rPr lang="de-DE" b="1" dirty="0" err="1">
                <a:latin typeface="Arial"/>
                <a:cs typeface="Arial"/>
              </a:rPr>
              <a:t>attention</a:t>
            </a:r>
            <a:endParaRPr lang="en-US" dirty="0" err="1">
              <a:latin typeface="Arial"/>
              <a:cs typeface="Arial"/>
            </a:endParaRPr>
          </a:p>
          <a:p>
            <a:pPr marL="171450" indent="-171450">
              <a:buFont typeface="Arial"/>
              <a:buChar char="•"/>
            </a:pPr>
            <a:r>
              <a:rPr lang="de-DE" dirty="0">
                <a:latin typeface="Arial"/>
                <a:cs typeface="Arial"/>
              </a:rPr>
              <a:t>Users </a:t>
            </a:r>
            <a:r>
              <a:rPr lang="de-DE" dirty="0" err="1">
                <a:latin typeface="Arial"/>
                <a:cs typeface="Arial"/>
              </a:rPr>
              <a:t>are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forced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to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manually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determine</a:t>
            </a:r>
            <a:r>
              <a:rPr lang="de-DE" dirty="0">
                <a:latin typeface="Arial"/>
                <a:cs typeface="Arial"/>
              </a:rPr>
              <a:t>:</a:t>
            </a:r>
          </a:p>
          <a:p>
            <a:pPr marL="171450" indent="-171450">
              <a:buFont typeface="Arial"/>
              <a:buChar char="•"/>
            </a:pPr>
            <a:r>
              <a:rPr lang="de-DE" dirty="0" err="1">
                <a:latin typeface="Arial"/>
                <a:cs typeface="Arial"/>
              </a:rPr>
              <a:t>what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is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missing</a:t>
            </a:r>
          </a:p>
          <a:p>
            <a:pPr marL="171450" indent="-171450">
              <a:buFont typeface="Arial"/>
              <a:buChar char="•"/>
            </a:pPr>
            <a:r>
              <a:rPr lang="de-DE" dirty="0" err="1">
                <a:latin typeface="Arial"/>
                <a:cs typeface="Arial"/>
              </a:rPr>
              <a:t>what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is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important</a:t>
            </a:r>
          </a:p>
          <a:p>
            <a:pPr marL="171450" indent="-171450">
              <a:buFont typeface="Arial"/>
              <a:buChar char="•"/>
            </a:pPr>
            <a:r>
              <a:rPr lang="de-DE" dirty="0" err="1">
                <a:latin typeface="Arial"/>
                <a:cs typeface="Arial"/>
              </a:rPr>
              <a:t>what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requires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action</a:t>
            </a:r>
          </a:p>
          <a:p>
            <a:endParaRPr lang="de-DE" dirty="0">
              <a:cs typeface="Arial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388EA6-597F-9C39-0009-963CA222A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92295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88B1B-D548-F6FF-56F8-9203ABF0F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63F8538-1F4E-6C3E-6634-230C60804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50935D8-F18A-30F5-F455-C6566464C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 b="1" dirty="0">
              <a:latin typeface="Arial"/>
              <a:cs typeface="Arial"/>
            </a:endParaRPr>
          </a:p>
          <a:p>
            <a:endParaRPr lang="de-DE" dirty="0">
              <a:cs typeface="Arial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AA224D3-8FAE-1EFB-1394-1E132204E8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52226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F4799-5BBF-31E7-3BBD-910A97C62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17E6035-C385-03FE-7F9E-ACEDA906C0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6DE8BA7-E29A-2928-6E50-9FD969DBD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 b="1" dirty="0">
              <a:latin typeface="Arial"/>
              <a:cs typeface="Arial"/>
            </a:endParaRPr>
          </a:p>
          <a:p>
            <a:endParaRPr lang="de-DE" dirty="0">
              <a:cs typeface="Arial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4FEE310-6CC8-D66E-D23A-0463F8DA29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51699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24143-A9E2-0E42-C68C-E32C06BA2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84ECC0C-161D-0E54-2CEC-CF21D5DF4A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23CD7F6-9922-30BD-2D8B-B49F50BD5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de-DE" dirty="0">
                <a:latin typeface="Arial"/>
                <a:cs typeface="Arial"/>
              </a:rPr>
              <a:t>These </a:t>
            </a:r>
            <a:r>
              <a:rPr lang="de-DE" dirty="0" err="1">
                <a:latin typeface="Arial"/>
                <a:cs typeface="Arial"/>
              </a:rPr>
              <a:t>infos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are</a:t>
            </a:r>
            <a:r>
              <a:rPr lang="de-DE" dirty="0">
                <a:latin typeface="Arial"/>
                <a:cs typeface="Arial"/>
              </a:rPr>
              <a:t> not </a:t>
            </a:r>
            <a:r>
              <a:rPr lang="de-DE" dirty="0" err="1">
                <a:latin typeface="Arial"/>
                <a:cs typeface="Arial"/>
              </a:rPr>
              <a:t>edited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regularly</a:t>
            </a:r>
            <a:r>
              <a:rPr lang="de-DE" dirty="0">
                <a:latin typeface="Arial"/>
                <a:cs typeface="Arial"/>
              </a:rPr>
              <a:t> so </a:t>
            </a:r>
            <a:r>
              <a:rPr lang="de-DE" dirty="0" err="1">
                <a:latin typeface="Arial"/>
                <a:cs typeface="Arial"/>
              </a:rPr>
              <a:t>shouldn't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occupy</a:t>
            </a:r>
            <a:r>
              <a:rPr lang="de-DE" dirty="0">
                <a:latin typeface="Arial"/>
                <a:cs typeface="Arial"/>
              </a:rPr>
              <a:t> so </a:t>
            </a:r>
            <a:r>
              <a:rPr lang="de-DE" dirty="0" err="1">
                <a:latin typeface="Arial"/>
                <a:cs typeface="Arial"/>
              </a:rPr>
              <a:t>much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space</a:t>
            </a:r>
          </a:p>
          <a:p>
            <a:endParaRPr lang="de-DE" dirty="0">
              <a:cs typeface="Arial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F45790F-A755-DCE3-45A3-C53B1166BA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97869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A0D5C-B7BE-D2F0-10A3-74A4889BF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38D9749-DB90-5CB1-D690-6045E6BF0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DE264CE-1E51-5BF5-8499-4BAF4E2F0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 b="1" dirty="0">
              <a:cs typeface="Arial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40CFA59-16EF-83F2-958E-4FA9C6DF2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90015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CF5F5-CDA8-8A52-A734-444485B6A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1BB46DD-741A-26AF-9CF8-2D0957240C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AF9C86E-CB03-E627-847C-9CBCA38DE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42EB18-7E6E-20C6-515D-8751CAABC7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82631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1F7A9-7A12-F1C1-7791-342B77979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B86516B-3854-FE87-4AEA-6CD5A897E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0786FE9-A4D4-BCB8-F645-378F9ECAA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A2FB6F3-268C-9937-9155-31DD48FB4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89947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14F8E-741B-80F3-237A-5DF2CE86F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A62640E-72AB-459F-15A9-55B2F650E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749BB2A-B1FD-F555-A15D-ABA1ADA5B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0CF09E-2CEC-858C-A920-CD9832B1FB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72578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04EC2-C0D7-A7BE-A2BC-7CE86BEA5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E790DE3-626D-E8F2-A08E-FF37A08C25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A0285D7-45A6-E073-9052-147A9ED0F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EBB3E2-1ACB-FA61-1349-517378548F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72707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389C4-BD30-3BA9-98AE-EB9EC5883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BFF3754-4AE5-058C-6EF3-523FAC91B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9DFF0DF-AE63-33CD-6355-65168712C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ED6AFF6-CF1C-F328-03DB-0AD3379E0F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58637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8E2C0-1A62-FF88-D590-2B66447CE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9366270-BDD4-8D4D-5810-31069A03CD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1DFF9C7-0462-0BBB-F784-A04709B33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F41FAF8-011D-DB82-3F28-7D5559C79D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35169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54089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49170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43281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77209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90293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5101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70607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23364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31965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24449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56214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77525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2788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CABCBAD4-CDF6-43FE-8861-A06D0882730D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</p:grpSpPr>
        <p:sp>
          <p:nvSpPr>
            <p:cNvPr id="29" name="bk object 18">
              <a:extLst>
                <a:ext uri="{FF2B5EF4-FFF2-40B4-BE49-F238E27FC236}">
                  <a16:creationId xmlns:a16="http://schemas.microsoft.com/office/drawing/2014/main" id="{43762DC1-C2FD-42CE-AFEB-715EE62A1F3D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bk object 18">
              <a:extLst>
                <a:ext uri="{FF2B5EF4-FFF2-40B4-BE49-F238E27FC236}">
                  <a16:creationId xmlns:a16="http://schemas.microsoft.com/office/drawing/2014/main" id="{76098270-8824-46AE-A5C5-CD99A62A1C4C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Holder 3">
              <a:extLst>
                <a:ext uri="{FF2B5EF4-FFF2-40B4-BE49-F238E27FC236}">
                  <a16:creationId xmlns:a16="http://schemas.microsoft.com/office/drawing/2014/main" id="{3299EB9C-AF93-46B9-874F-99C450B3EDD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/>
                <a:t>hhu.de</a:t>
              </a:r>
            </a:p>
          </p:txBody>
        </p:sp>
      </p:grp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9E7234BE-B4D1-49DA-A717-D084E338DDBA}"/>
              </a:ext>
            </a:extLst>
          </p:cNvPr>
          <p:cNvSpPr/>
          <p:nvPr userDrawn="1"/>
        </p:nvSpPr>
        <p:spPr>
          <a:xfrm>
            <a:off x="1" y="1422400"/>
            <a:ext cx="3167992" cy="3492500"/>
          </a:xfrm>
          <a:custGeom>
            <a:avLst/>
            <a:gdLst>
              <a:gd name="connsiteX0" fmla="*/ 3773588 w 4271120"/>
              <a:gd name="connsiteY0" fmla="*/ 3280579 h 4702819"/>
              <a:gd name="connsiteX1" fmla="*/ 3717970 w 4271120"/>
              <a:gd name="connsiteY1" fmla="*/ 3393838 h 4702819"/>
              <a:gd name="connsiteX2" fmla="*/ 3755385 w 4271120"/>
              <a:gd name="connsiteY2" fmla="*/ 3541480 h 4702819"/>
              <a:gd name="connsiteX3" fmla="*/ 3742240 w 4271120"/>
              <a:gd name="connsiteY3" fmla="*/ 3544514 h 4702819"/>
              <a:gd name="connsiteX4" fmla="*/ 3594598 w 4271120"/>
              <a:gd name="connsiteY4" fmla="*/ 3403951 h 4702819"/>
              <a:gd name="connsiteX5" fmla="*/ 3773588 w 4271120"/>
              <a:gd name="connsiteY5" fmla="*/ 3280579 h 4702819"/>
              <a:gd name="connsiteX6" fmla="*/ 3937409 w 4271120"/>
              <a:gd name="connsiteY6" fmla="*/ 2981250 h 4702819"/>
              <a:gd name="connsiteX7" fmla="*/ 3833252 w 4271120"/>
              <a:gd name="connsiteY7" fmla="*/ 3118780 h 4702819"/>
              <a:gd name="connsiteX8" fmla="*/ 3480327 w 4271120"/>
              <a:gd name="connsiteY8" fmla="*/ 3142039 h 4702819"/>
              <a:gd name="connsiteX9" fmla="*/ 3488417 w 4271120"/>
              <a:gd name="connsiteY9" fmla="*/ 3070240 h 4702819"/>
              <a:gd name="connsiteX10" fmla="*/ 3802914 w 4271120"/>
              <a:gd name="connsiteY10" fmla="*/ 3008554 h 4702819"/>
              <a:gd name="connsiteX11" fmla="*/ 3937409 w 4271120"/>
              <a:gd name="connsiteY11" fmla="*/ 2981250 h 4702819"/>
              <a:gd name="connsiteX12" fmla="*/ 1530647 w 4271120"/>
              <a:gd name="connsiteY12" fmla="*/ 2816671 h 4702819"/>
              <a:gd name="connsiteX13" fmla="*/ 1538737 w 4271120"/>
              <a:gd name="connsiteY13" fmla="*/ 2820463 h 4702819"/>
              <a:gd name="connsiteX14" fmla="*/ 1944246 w 4271120"/>
              <a:gd name="connsiteY14" fmla="*/ 3409008 h 4702819"/>
              <a:gd name="connsiteX15" fmla="*/ 3606733 w 4271120"/>
              <a:gd name="connsiteY15" fmla="*/ 3913618 h 4702819"/>
              <a:gd name="connsiteX16" fmla="*/ 3607744 w 4271120"/>
              <a:gd name="connsiteY16" fmla="*/ 3926765 h 4702819"/>
              <a:gd name="connsiteX17" fmla="*/ 2423576 w 4271120"/>
              <a:gd name="connsiteY17" fmla="*/ 3894405 h 4702819"/>
              <a:gd name="connsiteX18" fmla="*/ 2077731 w 4271120"/>
              <a:gd name="connsiteY18" fmla="*/ 3806426 h 4702819"/>
              <a:gd name="connsiteX19" fmla="*/ 1525591 w 4271120"/>
              <a:gd name="connsiteY19" fmla="*/ 2823496 h 4702819"/>
              <a:gd name="connsiteX20" fmla="*/ 1530647 w 4271120"/>
              <a:gd name="connsiteY20" fmla="*/ 2816671 h 4702819"/>
              <a:gd name="connsiteX21" fmla="*/ 3996062 w 4271120"/>
              <a:gd name="connsiteY21" fmla="*/ 2605067 h 4702819"/>
              <a:gd name="connsiteX22" fmla="*/ 4271120 w 4271120"/>
              <a:gd name="connsiteY22" fmla="*/ 2676866 h 4702819"/>
              <a:gd name="connsiteX23" fmla="*/ 4008197 w 4271120"/>
              <a:gd name="connsiteY23" fmla="*/ 2693046 h 4702819"/>
              <a:gd name="connsiteX24" fmla="*/ 3829207 w 4271120"/>
              <a:gd name="connsiteY24" fmla="*/ 2680911 h 4702819"/>
              <a:gd name="connsiteX25" fmla="*/ 3670441 w 4271120"/>
              <a:gd name="connsiteY25" fmla="*/ 2642484 h 4702819"/>
              <a:gd name="connsiteX26" fmla="*/ 3996062 w 4271120"/>
              <a:gd name="connsiteY26" fmla="*/ 2605067 h 4702819"/>
              <a:gd name="connsiteX27" fmla="*/ 3443991 w 4271120"/>
              <a:gd name="connsiteY27" fmla="*/ 1373753 h 4702819"/>
              <a:gd name="connsiteX28" fmla="*/ 3808982 w 4271120"/>
              <a:gd name="connsiteY28" fmla="*/ 1505845 h 4702819"/>
              <a:gd name="connsiteX29" fmla="*/ 3766510 w 4271120"/>
              <a:gd name="connsiteY29" fmla="*/ 1714160 h 4702819"/>
              <a:gd name="connsiteX30" fmla="*/ 3673475 w 4271120"/>
              <a:gd name="connsiteY30" fmla="*/ 1626182 h 4702819"/>
              <a:gd name="connsiteX31" fmla="*/ 3503586 w 4271120"/>
              <a:gd name="connsiteY31" fmla="*/ 1940680 h 4702819"/>
              <a:gd name="connsiteX32" fmla="*/ 3349877 w 4271120"/>
              <a:gd name="connsiteY32" fmla="*/ 1900230 h 4702819"/>
              <a:gd name="connsiteX33" fmla="*/ 3263920 w 4271120"/>
              <a:gd name="connsiteY33" fmla="*/ 1778881 h 4702819"/>
              <a:gd name="connsiteX34" fmla="*/ 2886727 w 4271120"/>
              <a:gd name="connsiteY34" fmla="*/ 1881016 h 4702819"/>
              <a:gd name="connsiteX35" fmla="*/ 3400439 w 4271120"/>
              <a:gd name="connsiteY35" fmla="*/ 1585733 h 4702819"/>
              <a:gd name="connsiteX36" fmla="*/ 2921109 w 4271120"/>
              <a:gd name="connsiteY36" fmla="*/ 1605957 h 4702819"/>
              <a:gd name="connsiteX37" fmla="*/ 2913019 w 4271120"/>
              <a:gd name="connsiteY37" fmla="*/ 1594835 h 4702819"/>
              <a:gd name="connsiteX38" fmla="*/ 3443991 w 4271120"/>
              <a:gd name="connsiteY38" fmla="*/ 1373753 h 4702819"/>
              <a:gd name="connsiteX39" fmla="*/ 0 w 4271120"/>
              <a:gd name="connsiteY39" fmla="*/ 0 h 4702819"/>
              <a:gd name="connsiteX40" fmla="*/ 115292 w 4271120"/>
              <a:gd name="connsiteY40" fmla="*/ 0 h 4702819"/>
              <a:gd name="connsiteX41" fmla="*/ 274676 w 4271120"/>
              <a:gd name="connsiteY41" fmla="*/ 0 h 4702819"/>
              <a:gd name="connsiteX42" fmla="*/ 3942724 w 4271120"/>
              <a:gd name="connsiteY42" fmla="*/ 0 h 4702819"/>
              <a:gd name="connsiteX43" fmla="*/ 3939432 w 4271120"/>
              <a:gd name="connsiteY43" fmla="*/ 53696 h 4702819"/>
              <a:gd name="connsiteX44" fmla="*/ 3684598 w 4271120"/>
              <a:gd name="connsiteY44" fmla="*/ 334822 h 4702819"/>
              <a:gd name="connsiteX45" fmla="*/ 3981904 w 4271120"/>
              <a:gd name="connsiteY45" fmla="*/ 155833 h 4702819"/>
              <a:gd name="connsiteX46" fmla="*/ 3993028 w 4271120"/>
              <a:gd name="connsiteY46" fmla="*/ 404599 h 4702819"/>
              <a:gd name="connsiteX47" fmla="*/ 3433810 w 4271120"/>
              <a:gd name="connsiteY47" fmla="*/ 635163 h 4702819"/>
              <a:gd name="connsiteX48" fmla="*/ 2283013 w 4271120"/>
              <a:gd name="connsiteY48" fmla="*/ 464262 h 4702819"/>
              <a:gd name="connsiteX49" fmla="*/ 2284025 w 4271120"/>
              <a:gd name="connsiteY49" fmla="*/ 455161 h 4702819"/>
              <a:gd name="connsiteX50" fmla="*/ 2959536 w 4271120"/>
              <a:gd name="connsiteY50" fmla="*/ 115383 h 4702819"/>
              <a:gd name="connsiteX51" fmla="*/ 2949424 w 4271120"/>
              <a:gd name="connsiteY51" fmla="*/ 107293 h 4702819"/>
              <a:gd name="connsiteX52" fmla="*/ 1789525 w 4271120"/>
              <a:gd name="connsiteY52" fmla="*/ 314598 h 4702819"/>
              <a:gd name="connsiteX53" fmla="*/ 1564018 w 4271120"/>
              <a:gd name="connsiteY53" fmla="*/ 251900 h 4702819"/>
              <a:gd name="connsiteX54" fmla="*/ 1554917 w 4271120"/>
              <a:gd name="connsiteY54" fmla="*/ 262013 h 4702819"/>
              <a:gd name="connsiteX55" fmla="*/ 2389194 w 4271120"/>
              <a:gd name="connsiteY55" fmla="*/ 907188 h 4702819"/>
              <a:gd name="connsiteX56" fmla="*/ 2159641 w 4271120"/>
              <a:gd name="connsiteY56" fmla="*/ 613927 h 4702819"/>
              <a:gd name="connsiteX57" fmla="*/ 2255710 w 4271120"/>
              <a:gd name="connsiteY57" fmla="*/ 818197 h 4702819"/>
              <a:gd name="connsiteX58" fmla="*/ 2248631 w 4271120"/>
              <a:gd name="connsiteY58" fmla="*/ 897075 h 4702819"/>
              <a:gd name="connsiteX59" fmla="*/ 2071663 w 4271120"/>
              <a:gd name="connsiteY59" fmla="*/ 706960 h 4702819"/>
              <a:gd name="connsiteX60" fmla="*/ 2063573 w 4271120"/>
              <a:gd name="connsiteY60" fmla="*/ 718085 h 4702819"/>
              <a:gd name="connsiteX61" fmla="*/ 1981662 w 4271120"/>
              <a:gd name="connsiteY61" fmla="*/ 1090223 h 4702819"/>
              <a:gd name="connsiteX62" fmla="*/ 2015034 w 4271120"/>
              <a:gd name="connsiteY62" fmla="*/ 1068987 h 4702819"/>
              <a:gd name="connsiteX63" fmla="*/ 2152563 w 4271120"/>
              <a:gd name="connsiteY63" fmla="*/ 876851 h 4702819"/>
              <a:gd name="connsiteX64" fmla="*/ 2193013 w 4271120"/>
              <a:gd name="connsiteY64" fmla="*/ 935503 h 4702819"/>
              <a:gd name="connsiteX65" fmla="*/ 2042337 w 4271120"/>
              <a:gd name="connsiteY65" fmla="*/ 1153931 h 4702819"/>
              <a:gd name="connsiteX66" fmla="*/ 1195925 w 4271120"/>
              <a:gd name="connsiteY66" fmla="*/ 1315731 h 4702819"/>
              <a:gd name="connsiteX67" fmla="*/ 1759188 w 4271120"/>
              <a:gd name="connsiteY67" fmla="*/ 1329888 h 4702819"/>
              <a:gd name="connsiteX68" fmla="*/ 1762222 w 4271120"/>
              <a:gd name="connsiteY68" fmla="*/ 1336967 h 4702819"/>
              <a:gd name="connsiteX69" fmla="*/ 1303117 w 4271120"/>
              <a:gd name="connsiteY69" fmla="*/ 1458316 h 4702819"/>
              <a:gd name="connsiteX70" fmla="*/ 1879527 w 4271120"/>
              <a:gd name="connsiteY70" fmla="*/ 1385506 h 4702819"/>
              <a:gd name="connsiteX71" fmla="*/ 1882560 w 4271120"/>
              <a:gd name="connsiteY71" fmla="*/ 1389551 h 4702819"/>
              <a:gd name="connsiteX72" fmla="*/ 1158509 w 4271120"/>
              <a:gd name="connsiteY72" fmla="*/ 1608992 h 4702819"/>
              <a:gd name="connsiteX73" fmla="*/ 1500309 w 4271120"/>
              <a:gd name="connsiteY73" fmla="*/ 1648430 h 4702819"/>
              <a:gd name="connsiteX74" fmla="*/ 1502332 w 4271120"/>
              <a:gd name="connsiteY74" fmla="*/ 1651464 h 4702819"/>
              <a:gd name="connsiteX75" fmla="*/ 1323342 w 4271120"/>
              <a:gd name="connsiteY75" fmla="*/ 1726296 h 4702819"/>
              <a:gd name="connsiteX76" fmla="*/ 1387050 w 4271120"/>
              <a:gd name="connsiteY76" fmla="*/ 1741465 h 4702819"/>
              <a:gd name="connsiteX77" fmla="*/ 1442669 w 4271120"/>
              <a:gd name="connsiteY77" fmla="*/ 1750566 h 4702819"/>
              <a:gd name="connsiteX78" fmla="*/ 1983684 w 4271120"/>
              <a:gd name="connsiteY78" fmla="*/ 1635284 h 4702819"/>
              <a:gd name="connsiteX79" fmla="*/ 2041326 w 4271120"/>
              <a:gd name="connsiteY79" fmla="*/ 1604947 h 4702819"/>
              <a:gd name="connsiteX80" fmla="*/ 1993797 w 4271120"/>
              <a:gd name="connsiteY80" fmla="*/ 1723262 h 4702819"/>
              <a:gd name="connsiteX81" fmla="*/ 1881549 w 4271120"/>
              <a:gd name="connsiteY81" fmla="*/ 1801128 h 4702819"/>
              <a:gd name="connsiteX82" fmla="*/ 1868403 w 4271120"/>
              <a:gd name="connsiteY82" fmla="*/ 1865847 h 4702819"/>
              <a:gd name="connsiteX83" fmla="*/ 1001766 w 4271120"/>
              <a:gd name="connsiteY83" fmla="*/ 1993265 h 4702819"/>
              <a:gd name="connsiteX84" fmla="*/ 999744 w 4271120"/>
              <a:gd name="connsiteY84" fmla="*/ 1993265 h 4702819"/>
              <a:gd name="connsiteX85" fmla="*/ 1477051 w 4271120"/>
              <a:gd name="connsiteY85" fmla="*/ 2115625 h 4702819"/>
              <a:gd name="connsiteX86" fmla="*/ 1478062 w 4271120"/>
              <a:gd name="connsiteY86" fmla="*/ 2118658 h 4702819"/>
              <a:gd name="connsiteX87" fmla="*/ 1337500 w 4271120"/>
              <a:gd name="connsiteY87" fmla="*/ 2160120 h 4702819"/>
              <a:gd name="connsiteX88" fmla="*/ 1830987 w 4271120"/>
              <a:gd name="connsiteY88" fmla="*/ 2044838 h 4702819"/>
              <a:gd name="connsiteX89" fmla="*/ 1840088 w 4271120"/>
              <a:gd name="connsiteY89" fmla="*/ 2054950 h 4702819"/>
              <a:gd name="connsiteX90" fmla="*/ 1610536 w 4271120"/>
              <a:gd name="connsiteY90" fmla="*/ 2209670 h 4702819"/>
              <a:gd name="connsiteX91" fmla="*/ 970417 w 4271120"/>
              <a:gd name="connsiteY91" fmla="*/ 2143940 h 4702819"/>
              <a:gd name="connsiteX92" fmla="*/ 1531659 w 4271120"/>
              <a:gd name="connsiteY92" fmla="*/ 2446302 h 4702819"/>
              <a:gd name="connsiteX93" fmla="*/ 1040194 w 4271120"/>
              <a:gd name="connsiteY93" fmla="*/ 2520123 h 4702819"/>
              <a:gd name="connsiteX94" fmla="*/ 1012890 w 4271120"/>
              <a:gd name="connsiteY94" fmla="*/ 2497875 h 4702819"/>
              <a:gd name="connsiteX95" fmla="*/ 585134 w 4271120"/>
              <a:gd name="connsiteY95" fmla="*/ 2905408 h 4702819"/>
              <a:gd name="connsiteX96" fmla="*/ 2443801 w 4271120"/>
              <a:gd name="connsiteY96" fmla="*/ 4164407 h 4702819"/>
              <a:gd name="connsiteX97" fmla="*/ 2680749 w 4271120"/>
              <a:gd name="connsiteY97" fmla="*/ 4641304 h 4702819"/>
              <a:gd name="connsiteX98" fmla="*/ 2704586 w 4271120"/>
              <a:gd name="connsiteY98" fmla="*/ 4702819 h 4702819"/>
              <a:gd name="connsiteX99" fmla="*/ 274676 w 4271120"/>
              <a:gd name="connsiteY99" fmla="*/ 4702819 h 4702819"/>
              <a:gd name="connsiteX100" fmla="*/ 115292 w 4271120"/>
              <a:gd name="connsiteY100" fmla="*/ 4702819 h 4702819"/>
              <a:gd name="connsiteX101" fmla="*/ 0 w 4271120"/>
              <a:gd name="connsiteY101" fmla="*/ 4702819 h 4702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35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A72F4E-48F4-48C4-AAF5-77358A958D0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4279" y="2268082"/>
            <a:ext cx="4401108" cy="1070009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/>
              <a:t>Titelfolie (bearbeiten)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D0E50F-2245-4DD1-8901-55D904703F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4279" y="3494160"/>
            <a:ext cx="4401108" cy="604640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Untertitel (bearbeiten)</a:t>
            </a:r>
          </a:p>
        </p:txBody>
      </p:sp>
      <p:grpSp>
        <p:nvGrpSpPr>
          <p:cNvPr id="8" name="Grafik 6">
            <a:extLst>
              <a:ext uri="{FF2B5EF4-FFF2-40B4-BE49-F238E27FC236}">
                <a16:creationId xmlns:a16="http://schemas.microsoft.com/office/drawing/2014/main" id="{4A50CB4E-A2BD-42A4-89AF-00FBAF42EDC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25C16EB5-4461-4758-A5F1-9FCFC409D904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74F2F414-99B5-4842-AE69-123A75660DF4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2AE2AF92-0F47-4975-97EE-AD59D0F4352B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39DDEE01-97C2-45BB-8AA5-588FD5885C56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519CBCE6-1CEE-2E4B-97C4-E36A3F437EC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/>
              <a:t>Logo gleichberechtigter Kooperationspartner (z.B. Partneruniversität). Bei Nichtbedarf löschen!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0F391E70-C53F-8E44-AE6E-23719415C8B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/>
              <a:t>Logo gleichberechtigter Kooperationspartner (z.B. Partneruniversität). Bei Nichtbedarf löschen!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E5E24761-2865-1D40-A92D-0F05793A17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/>
              <a:t>Sekundärlogo (z.B. Institut, Forschungsgruppe, o.Ä.). Bei Nichtbedarf löschen!</a:t>
            </a:r>
          </a:p>
        </p:txBody>
      </p:sp>
      <p:sp>
        <p:nvSpPr>
          <p:cNvPr id="32" name="Bildplatzhalter 4">
            <a:extLst>
              <a:ext uri="{FF2B5EF4-FFF2-40B4-BE49-F238E27FC236}">
                <a16:creationId xmlns:a16="http://schemas.microsoft.com/office/drawing/2014/main" id="{6E2E5415-7F1B-EA4C-9A01-5E1F75F8631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/>
              <a:t>Sekundärlogo (z.B. Institut, Forschungsgruppe, o.Ä.). Bei Nichtbedarf löschen!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1D6B60F0-E3D6-3343-A074-965788DB847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/>
              <a:t>Sekundärlogo (z.B. Institut, Forschungsgruppe, o.Ä.). Bei Nichtbedarf löschen!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315524F6-B2F6-E24E-91FE-A7BE6CEF8B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2057400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Datum (bearbeiten)</a:t>
            </a:r>
          </a:p>
        </p:txBody>
      </p:sp>
    </p:spTree>
    <p:extLst>
      <p:ext uri="{BB962C8B-B14F-4D97-AF65-F5344CB8AC3E}">
        <p14:creationId xmlns:p14="http://schemas.microsoft.com/office/powerpoint/2010/main" val="80121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991EEF65-5B2F-4153-B72A-8188920387E8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</p:grpSpPr>
        <p:sp>
          <p:nvSpPr>
            <p:cNvPr id="28" name="bk object 18">
              <a:extLst>
                <a:ext uri="{FF2B5EF4-FFF2-40B4-BE49-F238E27FC236}">
                  <a16:creationId xmlns:a16="http://schemas.microsoft.com/office/drawing/2014/main" id="{7F2B589E-3839-4C3B-92E1-F293A76DB3C1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bk object 18">
              <a:extLst>
                <a:ext uri="{FF2B5EF4-FFF2-40B4-BE49-F238E27FC236}">
                  <a16:creationId xmlns:a16="http://schemas.microsoft.com/office/drawing/2014/main" id="{8DC76EE0-F751-40CD-B7DB-DC698896789C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Holder 3">
              <a:extLst>
                <a:ext uri="{FF2B5EF4-FFF2-40B4-BE49-F238E27FC236}">
                  <a16:creationId xmlns:a16="http://schemas.microsoft.com/office/drawing/2014/main" id="{5DFAD467-705A-4EBF-B0CD-82975D99AB5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/>
                <a:t>hhu.de</a:t>
              </a:r>
            </a:p>
          </p:txBody>
        </p:sp>
      </p:grpSp>
      <p:sp>
        <p:nvSpPr>
          <p:cNvPr id="26" name="Freihandform: Form 25">
            <a:extLst>
              <a:ext uri="{FF2B5EF4-FFF2-40B4-BE49-F238E27FC236}">
                <a16:creationId xmlns:a16="http://schemas.microsoft.com/office/drawing/2014/main" id="{59BE50D6-D2EF-43B9-8437-C5253F74EA60}"/>
              </a:ext>
            </a:extLst>
          </p:cNvPr>
          <p:cNvSpPr/>
          <p:nvPr userDrawn="1"/>
        </p:nvSpPr>
        <p:spPr>
          <a:xfrm>
            <a:off x="1" y="1422400"/>
            <a:ext cx="3167992" cy="3492500"/>
          </a:xfrm>
          <a:custGeom>
            <a:avLst/>
            <a:gdLst>
              <a:gd name="connsiteX0" fmla="*/ 3773588 w 4271120"/>
              <a:gd name="connsiteY0" fmla="*/ 3280579 h 4702819"/>
              <a:gd name="connsiteX1" fmla="*/ 3717970 w 4271120"/>
              <a:gd name="connsiteY1" fmla="*/ 3393838 h 4702819"/>
              <a:gd name="connsiteX2" fmla="*/ 3755385 w 4271120"/>
              <a:gd name="connsiteY2" fmla="*/ 3541480 h 4702819"/>
              <a:gd name="connsiteX3" fmla="*/ 3742240 w 4271120"/>
              <a:gd name="connsiteY3" fmla="*/ 3544514 h 4702819"/>
              <a:gd name="connsiteX4" fmla="*/ 3594598 w 4271120"/>
              <a:gd name="connsiteY4" fmla="*/ 3403951 h 4702819"/>
              <a:gd name="connsiteX5" fmla="*/ 3773588 w 4271120"/>
              <a:gd name="connsiteY5" fmla="*/ 3280579 h 4702819"/>
              <a:gd name="connsiteX6" fmla="*/ 3937409 w 4271120"/>
              <a:gd name="connsiteY6" fmla="*/ 2981250 h 4702819"/>
              <a:gd name="connsiteX7" fmla="*/ 3833252 w 4271120"/>
              <a:gd name="connsiteY7" fmla="*/ 3118780 h 4702819"/>
              <a:gd name="connsiteX8" fmla="*/ 3480327 w 4271120"/>
              <a:gd name="connsiteY8" fmla="*/ 3142039 h 4702819"/>
              <a:gd name="connsiteX9" fmla="*/ 3488417 w 4271120"/>
              <a:gd name="connsiteY9" fmla="*/ 3070240 h 4702819"/>
              <a:gd name="connsiteX10" fmla="*/ 3802914 w 4271120"/>
              <a:gd name="connsiteY10" fmla="*/ 3008554 h 4702819"/>
              <a:gd name="connsiteX11" fmla="*/ 3937409 w 4271120"/>
              <a:gd name="connsiteY11" fmla="*/ 2981250 h 4702819"/>
              <a:gd name="connsiteX12" fmla="*/ 1530647 w 4271120"/>
              <a:gd name="connsiteY12" fmla="*/ 2816671 h 4702819"/>
              <a:gd name="connsiteX13" fmla="*/ 1538737 w 4271120"/>
              <a:gd name="connsiteY13" fmla="*/ 2820463 h 4702819"/>
              <a:gd name="connsiteX14" fmla="*/ 1944246 w 4271120"/>
              <a:gd name="connsiteY14" fmla="*/ 3409008 h 4702819"/>
              <a:gd name="connsiteX15" fmla="*/ 3606733 w 4271120"/>
              <a:gd name="connsiteY15" fmla="*/ 3913618 h 4702819"/>
              <a:gd name="connsiteX16" fmla="*/ 3607744 w 4271120"/>
              <a:gd name="connsiteY16" fmla="*/ 3926765 h 4702819"/>
              <a:gd name="connsiteX17" fmla="*/ 2423576 w 4271120"/>
              <a:gd name="connsiteY17" fmla="*/ 3894405 h 4702819"/>
              <a:gd name="connsiteX18" fmla="*/ 2077731 w 4271120"/>
              <a:gd name="connsiteY18" fmla="*/ 3806426 h 4702819"/>
              <a:gd name="connsiteX19" fmla="*/ 1525591 w 4271120"/>
              <a:gd name="connsiteY19" fmla="*/ 2823496 h 4702819"/>
              <a:gd name="connsiteX20" fmla="*/ 1530647 w 4271120"/>
              <a:gd name="connsiteY20" fmla="*/ 2816671 h 4702819"/>
              <a:gd name="connsiteX21" fmla="*/ 3996062 w 4271120"/>
              <a:gd name="connsiteY21" fmla="*/ 2605067 h 4702819"/>
              <a:gd name="connsiteX22" fmla="*/ 4271120 w 4271120"/>
              <a:gd name="connsiteY22" fmla="*/ 2676866 h 4702819"/>
              <a:gd name="connsiteX23" fmla="*/ 4008197 w 4271120"/>
              <a:gd name="connsiteY23" fmla="*/ 2693046 h 4702819"/>
              <a:gd name="connsiteX24" fmla="*/ 3829207 w 4271120"/>
              <a:gd name="connsiteY24" fmla="*/ 2680911 h 4702819"/>
              <a:gd name="connsiteX25" fmla="*/ 3670441 w 4271120"/>
              <a:gd name="connsiteY25" fmla="*/ 2642484 h 4702819"/>
              <a:gd name="connsiteX26" fmla="*/ 3996062 w 4271120"/>
              <a:gd name="connsiteY26" fmla="*/ 2605067 h 4702819"/>
              <a:gd name="connsiteX27" fmla="*/ 3443991 w 4271120"/>
              <a:gd name="connsiteY27" fmla="*/ 1373753 h 4702819"/>
              <a:gd name="connsiteX28" fmla="*/ 3808982 w 4271120"/>
              <a:gd name="connsiteY28" fmla="*/ 1505845 h 4702819"/>
              <a:gd name="connsiteX29" fmla="*/ 3766510 w 4271120"/>
              <a:gd name="connsiteY29" fmla="*/ 1714160 h 4702819"/>
              <a:gd name="connsiteX30" fmla="*/ 3673475 w 4271120"/>
              <a:gd name="connsiteY30" fmla="*/ 1626182 h 4702819"/>
              <a:gd name="connsiteX31" fmla="*/ 3503586 w 4271120"/>
              <a:gd name="connsiteY31" fmla="*/ 1940680 h 4702819"/>
              <a:gd name="connsiteX32" fmla="*/ 3349877 w 4271120"/>
              <a:gd name="connsiteY32" fmla="*/ 1900230 h 4702819"/>
              <a:gd name="connsiteX33" fmla="*/ 3263920 w 4271120"/>
              <a:gd name="connsiteY33" fmla="*/ 1778881 h 4702819"/>
              <a:gd name="connsiteX34" fmla="*/ 2886727 w 4271120"/>
              <a:gd name="connsiteY34" fmla="*/ 1881016 h 4702819"/>
              <a:gd name="connsiteX35" fmla="*/ 3400439 w 4271120"/>
              <a:gd name="connsiteY35" fmla="*/ 1585733 h 4702819"/>
              <a:gd name="connsiteX36" fmla="*/ 2921109 w 4271120"/>
              <a:gd name="connsiteY36" fmla="*/ 1605957 h 4702819"/>
              <a:gd name="connsiteX37" fmla="*/ 2913019 w 4271120"/>
              <a:gd name="connsiteY37" fmla="*/ 1594835 h 4702819"/>
              <a:gd name="connsiteX38" fmla="*/ 3443991 w 4271120"/>
              <a:gd name="connsiteY38" fmla="*/ 1373753 h 4702819"/>
              <a:gd name="connsiteX39" fmla="*/ 0 w 4271120"/>
              <a:gd name="connsiteY39" fmla="*/ 0 h 4702819"/>
              <a:gd name="connsiteX40" fmla="*/ 115292 w 4271120"/>
              <a:gd name="connsiteY40" fmla="*/ 0 h 4702819"/>
              <a:gd name="connsiteX41" fmla="*/ 274676 w 4271120"/>
              <a:gd name="connsiteY41" fmla="*/ 0 h 4702819"/>
              <a:gd name="connsiteX42" fmla="*/ 3942724 w 4271120"/>
              <a:gd name="connsiteY42" fmla="*/ 0 h 4702819"/>
              <a:gd name="connsiteX43" fmla="*/ 3939432 w 4271120"/>
              <a:gd name="connsiteY43" fmla="*/ 53696 h 4702819"/>
              <a:gd name="connsiteX44" fmla="*/ 3684598 w 4271120"/>
              <a:gd name="connsiteY44" fmla="*/ 334822 h 4702819"/>
              <a:gd name="connsiteX45" fmla="*/ 3981904 w 4271120"/>
              <a:gd name="connsiteY45" fmla="*/ 155833 h 4702819"/>
              <a:gd name="connsiteX46" fmla="*/ 3993028 w 4271120"/>
              <a:gd name="connsiteY46" fmla="*/ 404599 h 4702819"/>
              <a:gd name="connsiteX47" fmla="*/ 3433810 w 4271120"/>
              <a:gd name="connsiteY47" fmla="*/ 635163 h 4702819"/>
              <a:gd name="connsiteX48" fmla="*/ 2283013 w 4271120"/>
              <a:gd name="connsiteY48" fmla="*/ 464262 h 4702819"/>
              <a:gd name="connsiteX49" fmla="*/ 2284025 w 4271120"/>
              <a:gd name="connsiteY49" fmla="*/ 455161 h 4702819"/>
              <a:gd name="connsiteX50" fmla="*/ 2959536 w 4271120"/>
              <a:gd name="connsiteY50" fmla="*/ 115383 h 4702819"/>
              <a:gd name="connsiteX51" fmla="*/ 2949424 w 4271120"/>
              <a:gd name="connsiteY51" fmla="*/ 107293 h 4702819"/>
              <a:gd name="connsiteX52" fmla="*/ 1789525 w 4271120"/>
              <a:gd name="connsiteY52" fmla="*/ 314598 h 4702819"/>
              <a:gd name="connsiteX53" fmla="*/ 1564018 w 4271120"/>
              <a:gd name="connsiteY53" fmla="*/ 251900 h 4702819"/>
              <a:gd name="connsiteX54" fmla="*/ 1554917 w 4271120"/>
              <a:gd name="connsiteY54" fmla="*/ 262013 h 4702819"/>
              <a:gd name="connsiteX55" fmla="*/ 2389194 w 4271120"/>
              <a:gd name="connsiteY55" fmla="*/ 907188 h 4702819"/>
              <a:gd name="connsiteX56" fmla="*/ 2159641 w 4271120"/>
              <a:gd name="connsiteY56" fmla="*/ 613927 h 4702819"/>
              <a:gd name="connsiteX57" fmla="*/ 2255710 w 4271120"/>
              <a:gd name="connsiteY57" fmla="*/ 818197 h 4702819"/>
              <a:gd name="connsiteX58" fmla="*/ 2248631 w 4271120"/>
              <a:gd name="connsiteY58" fmla="*/ 897075 h 4702819"/>
              <a:gd name="connsiteX59" fmla="*/ 2071663 w 4271120"/>
              <a:gd name="connsiteY59" fmla="*/ 706960 h 4702819"/>
              <a:gd name="connsiteX60" fmla="*/ 2063573 w 4271120"/>
              <a:gd name="connsiteY60" fmla="*/ 718085 h 4702819"/>
              <a:gd name="connsiteX61" fmla="*/ 1981662 w 4271120"/>
              <a:gd name="connsiteY61" fmla="*/ 1090223 h 4702819"/>
              <a:gd name="connsiteX62" fmla="*/ 2015034 w 4271120"/>
              <a:gd name="connsiteY62" fmla="*/ 1068987 h 4702819"/>
              <a:gd name="connsiteX63" fmla="*/ 2152563 w 4271120"/>
              <a:gd name="connsiteY63" fmla="*/ 876851 h 4702819"/>
              <a:gd name="connsiteX64" fmla="*/ 2193013 w 4271120"/>
              <a:gd name="connsiteY64" fmla="*/ 935503 h 4702819"/>
              <a:gd name="connsiteX65" fmla="*/ 2042337 w 4271120"/>
              <a:gd name="connsiteY65" fmla="*/ 1153931 h 4702819"/>
              <a:gd name="connsiteX66" fmla="*/ 1195925 w 4271120"/>
              <a:gd name="connsiteY66" fmla="*/ 1315731 h 4702819"/>
              <a:gd name="connsiteX67" fmla="*/ 1759188 w 4271120"/>
              <a:gd name="connsiteY67" fmla="*/ 1329888 h 4702819"/>
              <a:gd name="connsiteX68" fmla="*/ 1762222 w 4271120"/>
              <a:gd name="connsiteY68" fmla="*/ 1336967 h 4702819"/>
              <a:gd name="connsiteX69" fmla="*/ 1303117 w 4271120"/>
              <a:gd name="connsiteY69" fmla="*/ 1458316 h 4702819"/>
              <a:gd name="connsiteX70" fmla="*/ 1879527 w 4271120"/>
              <a:gd name="connsiteY70" fmla="*/ 1385506 h 4702819"/>
              <a:gd name="connsiteX71" fmla="*/ 1882560 w 4271120"/>
              <a:gd name="connsiteY71" fmla="*/ 1389551 h 4702819"/>
              <a:gd name="connsiteX72" fmla="*/ 1158509 w 4271120"/>
              <a:gd name="connsiteY72" fmla="*/ 1608992 h 4702819"/>
              <a:gd name="connsiteX73" fmla="*/ 1500309 w 4271120"/>
              <a:gd name="connsiteY73" fmla="*/ 1648430 h 4702819"/>
              <a:gd name="connsiteX74" fmla="*/ 1502332 w 4271120"/>
              <a:gd name="connsiteY74" fmla="*/ 1651464 h 4702819"/>
              <a:gd name="connsiteX75" fmla="*/ 1323342 w 4271120"/>
              <a:gd name="connsiteY75" fmla="*/ 1726296 h 4702819"/>
              <a:gd name="connsiteX76" fmla="*/ 1387050 w 4271120"/>
              <a:gd name="connsiteY76" fmla="*/ 1741465 h 4702819"/>
              <a:gd name="connsiteX77" fmla="*/ 1442669 w 4271120"/>
              <a:gd name="connsiteY77" fmla="*/ 1750566 h 4702819"/>
              <a:gd name="connsiteX78" fmla="*/ 1983684 w 4271120"/>
              <a:gd name="connsiteY78" fmla="*/ 1635284 h 4702819"/>
              <a:gd name="connsiteX79" fmla="*/ 2041326 w 4271120"/>
              <a:gd name="connsiteY79" fmla="*/ 1604947 h 4702819"/>
              <a:gd name="connsiteX80" fmla="*/ 1993797 w 4271120"/>
              <a:gd name="connsiteY80" fmla="*/ 1723262 h 4702819"/>
              <a:gd name="connsiteX81" fmla="*/ 1881549 w 4271120"/>
              <a:gd name="connsiteY81" fmla="*/ 1801128 h 4702819"/>
              <a:gd name="connsiteX82" fmla="*/ 1868403 w 4271120"/>
              <a:gd name="connsiteY82" fmla="*/ 1865847 h 4702819"/>
              <a:gd name="connsiteX83" fmla="*/ 1001766 w 4271120"/>
              <a:gd name="connsiteY83" fmla="*/ 1993265 h 4702819"/>
              <a:gd name="connsiteX84" fmla="*/ 999744 w 4271120"/>
              <a:gd name="connsiteY84" fmla="*/ 1993265 h 4702819"/>
              <a:gd name="connsiteX85" fmla="*/ 1477051 w 4271120"/>
              <a:gd name="connsiteY85" fmla="*/ 2115625 h 4702819"/>
              <a:gd name="connsiteX86" fmla="*/ 1478062 w 4271120"/>
              <a:gd name="connsiteY86" fmla="*/ 2118658 h 4702819"/>
              <a:gd name="connsiteX87" fmla="*/ 1337500 w 4271120"/>
              <a:gd name="connsiteY87" fmla="*/ 2160120 h 4702819"/>
              <a:gd name="connsiteX88" fmla="*/ 1830987 w 4271120"/>
              <a:gd name="connsiteY88" fmla="*/ 2044838 h 4702819"/>
              <a:gd name="connsiteX89" fmla="*/ 1840088 w 4271120"/>
              <a:gd name="connsiteY89" fmla="*/ 2054950 h 4702819"/>
              <a:gd name="connsiteX90" fmla="*/ 1610536 w 4271120"/>
              <a:gd name="connsiteY90" fmla="*/ 2209670 h 4702819"/>
              <a:gd name="connsiteX91" fmla="*/ 970417 w 4271120"/>
              <a:gd name="connsiteY91" fmla="*/ 2143940 h 4702819"/>
              <a:gd name="connsiteX92" fmla="*/ 1531659 w 4271120"/>
              <a:gd name="connsiteY92" fmla="*/ 2446302 h 4702819"/>
              <a:gd name="connsiteX93" fmla="*/ 1040194 w 4271120"/>
              <a:gd name="connsiteY93" fmla="*/ 2520123 h 4702819"/>
              <a:gd name="connsiteX94" fmla="*/ 1012890 w 4271120"/>
              <a:gd name="connsiteY94" fmla="*/ 2497875 h 4702819"/>
              <a:gd name="connsiteX95" fmla="*/ 585134 w 4271120"/>
              <a:gd name="connsiteY95" fmla="*/ 2905408 h 4702819"/>
              <a:gd name="connsiteX96" fmla="*/ 2443801 w 4271120"/>
              <a:gd name="connsiteY96" fmla="*/ 4164407 h 4702819"/>
              <a:gd name="connsiteX97" fmla="*/ 2680749 w 4271120"/>
              <a:gd name="connsiteY97" fmla="*/ 4641304 h 4702819"/>
              <a:gd name="connsiteX98" fmla="*/ 2704586 w 4271120"/>
              <a:gd name="connsiteY98" fmla="*/ 4702819 h 4702819"/>
              <a:gd name="connsiteX99" fmla="*/ 274676 w 4271120"/>
              <a:gd name="connsiteY99" fmla="*/ 4702819 h 4702819"/>
              <a:gd name="connsiteX100" fmla="*/ 115292 w 4271120"/>
              <a:gd name="connsiteY100" fmla="*/ 4702819 h 4702819"/>
              <a:gd name="connsiteX101" fmla="*/ 0 w 4271120"/>
              <a:gd name="connsiteY101" fmla="*/ 4702819 h 4702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de-DE" sz="135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A72F4E-48F4-48C4-AAF5-77358A958D0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2899361"/>
            <a:ext cx="6399768" cy="540727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/>
              <a:t>Titelfolie (bearbeiten)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D0E50F-2245-4DD1-8901-55D904703F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3512495"/>
            <a:ext cx="6399768" cy="6046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Untertitel (bearbeiten)</a:t>
            </a:r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8AC3E5BE-9275-472F-AEB2-C4DA849B9A5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A45B3C2-1CA4-47B2-9CD9-00EEF9D615AF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243C064-66AF-4F89-A61C-8EAA80446B16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E875C2F-2AC0-45DD-9626-129486821205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2F1F040A-4C25-4A9B-91CF-4997C0E3FA28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4546E641-A9D5-9A47-9F76-2734E5A68A2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/>
              <a:t>Logo gleichberechtigter Kooperationspartner (z.B. Partneruniversität). Bei Nichtbedarf löschen!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0679E3DD-A5E0-9442-80E4-78F5371D29B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/>
              <a:t>Logo gleichberechtigter Kooperationspartner (z.B. Partneruniversität). Bei Nichtbedarf löschen!</a:t>
            </a:r>
          </a:p>
        </p:txBody>
      </p:sp>
      <p:sp>
        <p:nvSpPr>
          <p:cNvPr id="31" name="Bildplatzhalter 4">
            <a:extLst>
              <a:ext uri="{FF2B5EF4-FFF2-40B4-BE49-F238E27FC236}">
                <a16:creationId xmlns:a16="http://schemas.microsoft.com/office/drawing/2014/main" id="{2EF12A4D-9E8B-6D48-B319-03F9AB23CB5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/>
              <a:t>Sekundärlogo (z.B. Institut, Forschungsgruppe, o.Ä.). Bei Nichtbedarf löschen!</a:t>
            </a:r>
          </a:p>
        </p:txBody>
      </p:sp>
      <p:sp>
        <p:nvSpPr>
          <p:cNvPr id="32" name="Bildplatzhalter 4">
            <a:extLst>
              <a:ext uri="{FF2B5EF4-FFF2-40B4-BE49-F238E27FC236}">
                <a16:creationId xmlns:a16="http://schemas.microsoft.com/office/drawing/2014/main" id="{C9076294-3FF7-9C4E-9E9C-734FEDF8CD7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/>
              <a:t>Sekundärlogo (z.B. Institut, Forschungsgruppe, o.Ä.). Bei Nichtbedarf löschen!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402837B2-EE3A-BB49-8729-EE20976AD00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/>
              <a:t>Sekundärlogo (z.B. Institut, Forschungsgruppe, o.Ä.). Bei Nichtbedarf löschen!</a:t>
            </a:r>
          </a:p>
        </p:txBody>
      </p:sp>
      <p:sp>
        <p:nvSpPr>
          <p:cNvPr id="34" name="Textplatzhalter 22">
            <a:extLst>
              <a:ext uri="{FF2B5EF4-FFF2-40B4-BE49-F238E27FC236}">
                <a16:creationId xmlns:a16="http://schemas.microsoft.com/office/drawing/2014/main" id="{3F468D62-B29F-1948-8A54-6EE8881E37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2057400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Datum (bearbeiten)</a:t>
            </a:r>
          </a:p>
        </p:txBody>
      </p:sp>
    </p:spTree>
    <p:extLst>
      <p:ext uri="{BB962C8B-B14F-4D97-AF65-F5344CB8AC3E}">
        <p14:creationId xmlns:p14="http://schemas.microsoft.com/office/powerpoint/2010/main" val="3075076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2A319C61-FBE7-466D-8041-BA328224720B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27" name="bk object 18">
              <a:extLst>
                <a:ext uri="{FF2B5EF4-FFF2-40B4-BE49-F238E27FC236}">
                  <a16:creationId xmlns:a16="http://schemas.microsoft.com/office/drawing/2014/main" id="{6943C0CE-1EA2-499D-ACFC-7FAE777D4885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bk object 18">
              <a:extLst>
                <a:ext uri="{FF2B5EF4-FFF2-40B4-BE49-F238E27FC236}">
                  <a16:creationId xmlns:a16="http://schemas.microsoft.com/office/drawing/2014/main" id="{C64DCA2F-E670-44CF-8CCD-A8817BCDFE08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Holder 3">
              <a:extLst>
                <a:ext uri="{FF2B5EF4-FFF2-40B4-BE49-F238E27FC236}">
                  <a16:creationId xmlns:a16="http://schemas.microsoft.com/office/drawing/2014/main" id="{39C16D6C-600C-4A10-95E4-95BF4999FC1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/>
                <a:t>hhu.de</a:t>
              </a: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26A72F4E-48F4-48C4-AAF5-77358A958D0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2331598"/>
            <a:ext cx="6399768" cy="1108490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/>
              <a:t>Titelfolie (bearbeiten)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D0E50F-2245-4DD1-8901-55D904703F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3512495"/>
            <a:ext cx="6399768" cy="6046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Untertitel (bearbeiten)</a:t>
            </a:r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018F5287-7D90-4427-B223-AB51C34FB46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949CBA05-EE3B-40FD-B566-67D594E41B9E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73274AB8-A508-4076-9FF6-7AE09BB7827C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0060672-D990-46D3-A86C-D3F5FB08D442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7FB0B066-EC76-4017-ACF3-B5105457A388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22" name="Bildplatzhalter 4">
            <a:extLst>
              <a:ext uri="{FF2B5EF4-FFF2-40B4-BE49-F238E27FC236}">
                <a16:creationId xmlns:a16="http://schemas.microsoft.com/office/drawing/2014/main" id="{03E97028-859A-C34B-BA69-FE65392BD5C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/>
              <a:t>Logo gleichberechtigter Kooperationspartner (z.B. Partneruniversität). Bei Nichtbedarf löschen!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5A992989-D88F-904A-82A9-2CECB1EC29C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/>
              <a:t>Logo gleichberechtigter Kooperationspartner (z.B. Partneruniversität). Bei Nichtbedarf löschen!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1D43BA97-CCC3-C745-9C93-62FFC1864A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/>
              <a:t>Sekundärlogo (z.B. Institut, Forschungsgruppe, o.Ä.). Bei Nichtbedarf löschen!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F49ABE06-6658-974E-AB25-5DDB34A0CD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/>
              <a:t>Sekundärlogo (z.B. Institut, Forschungsgruppe, o.Ä.). Bei Nichtbedarf löschen!</a:t>
            </a:r>
          </a:p>
        </p:txBody>
      </p:sp>
      <p:sp>
        <p:nvSpPr>
          <p:cNvPr id="30" name="Bildplatzhalter 4">
            <a:extLst>
              <a:ext uri="{FF2B5EF4-FFF2-40B4-BE49-F238E27FC236}">
                <a16:creationId xmlns:a16="http://schemas.microsoft.com/office/drawing/2014/main" id="{76F20FCB-C090-BA4C-A643-DDAF7FA315D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/>
              <a:t>Sekundärlogo (z.B. Institut, Forschungsgruppe, o.Ä.). Bei Nichtbedarf löschen!</a:t>
            </a:r>
          </a:p>
        </p:txBody>
      </p:sp>
      <p:sp>
        <p:nvSpPr>
          <p:cNvPr id="31" name="Textplatzhalter 22">
            <a:extLst>
              <a:ext uri="{FF2B5EF4-FFF2-40B4-BE49-F238E27FC236}">
                <a16:creationId xmlns:a16="http://schemas.microsoft.com/office/drawing/2014/main" id="{BA467741-5272-AC4D-9B23-E74C3927F4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2057400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Datum (bearbeiten)</a:t>
            </a:r>
          </a:p>
        </p:txBody>
      </p:sp>
    </p:spTree>
    <p:extLst>
      <p:ext uri="{BB962C8B-B14F-4D97-AF65-F5344CB8AC3E}">
        <p14:creationId xmlns:p14="http://schemas.microsoft.com/office/powerpoint/2010/main" val="1167353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3C014E30-33A3-475F-B8A0-9E84E311170A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30" name="bk object 18">
              <a:extLst>
                <a:ext uri="{FF2B5EF4-FFF2-40B4-BE49-F238E27FC236}">
                  <a16:creationId xmlns:a16="http://schemas.microsoft.com/office/drawing/2014/main" id="{6643BCF6-A569-4BAD-B15C-E253B00A5594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bk object 18">
              <a:extLst>
                <a:ext uri="{FF2B5EF4-FFF2-40B4-BE49-F238E27FC236}">
                  <a16:creationId xmlns:a16="http://schemas.microsoft.com/office/drawing/2014/main" id="{D0D25174-0D7D-4590-B212-5467D04FECF1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Holder 3">
              <a:extLst>
                <a:ext uri="{FF2B5EF4-FFF2-40B4-BE49-F238E27FC236}">
                  <a16:creationId xmlns:a16="http://schemas.microsoft.com/office/drawing/2014/main" id="{7C25F4F3-A838-4B03-A6C0-3D91C8E43EB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/>
                <a:t>hhu.de</a:t>
              </a:r>
            </a:p>
          </p:txBody>
        </p:sp>
      </p:grpSp>
      <p:sp>
        <p:nvSpPr>
          <p:cNvPr id="17" name="Untertitel 2">
            <a:extLst>
              <a:ext uri="{FF2B5EF4-FFF2-40B4-BE49-F238E27FC236}">
                <a16:creationId xmlns:a16="http://schemas.microsoft.com/office/drawing/2014/main" id="{A18DDF52-5273-48AE-8D09-90DA7A10F5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3512495"/>
            <a:ext cx="4936563" cy="6046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Untertitel (bearbeiten)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FAB22651-CAFB-4334-BBAD-47EBF4CF7F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2331598"/>
            <a:ext cx="4936563" cy="1108490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/>
              <a:t>Titelfolie (bearbeiten)</a:t>
            </a:r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CF4A76B1-953E-4A32-9BD1-DE88786E38F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CFD7E5C6-0F67-4B37-B3BF-534429CFB0DA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4D3305F2-C7C5-4C12-9231-D66E6CDF1F5F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841CA9BF-ECB3-404C-B6B8-1533D1C1E0A0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B7658C24-2A28-49B2-96C0-D5EEAC50C416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F135B6-57F4-4B6E-AD86-CFAA18EDA94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620941" y="1088383"/>
            <a:ext cx="3523059" cy="3826517"/>
          </a:xfrm>
          <a:solidFill>
            <a:schemeClr val="bg2">
              <a:lumMod val="100000"/>
            </a:schemeClr>
          </a:solidFill>
          <a:ln/>
        </p:spPr>
        <p:txBody>
          <a:bodyPr lIns="0" tIns="540000" rIns="0" bIns="0" anchor="t">
            <a:noAutofit/>
          </a:bodyPr>
          <a:lstStyle>
            <a:lvl1pPr marL="180975" indent="0" algn="l">
              <a:lnSpc>
                <a:spcPct val="90000"/>
              </a:lnSpc>
              <a:buNone/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 algn="ctr">
              <a:lnSpc>
                <a:spcPct val="90000"/>
              </a:lnSpc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algn="ctr">
              <a:lnSpc>
                <a:spcPct val="90000"/>
              </a:lnSpc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algn="ctr">
              <a:lnSpc>
                <a:spcPct val="90000"/>
              </a:lnSpc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algn="ctr">
              <a:lnSpc>
                <a:spcPct val="90000"/>
              </a:lnSpc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de-DE"/>
              <a:t>Inhaltsplatzhalter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32C3CFE1-9073-8745-BD09-80495049B6B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/>
              <a:t>Logo gleichberechtigter Kooperationspartner (z.B. Partneruniversität). Bei Nichtbedarf löschen!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A46737F8-B03F-0745-A5A9-B5476E203B2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/>
              <a:t>Logo gleichberechtigter Kooperationspartner (z.B. Partneruniversität). Bei Nichtbedarf löschen!</a:t>
            </a:r>
          </a:p>
        </p:txBody>
      </p:sp>
      <p:sp>
        <p:nvSpPr>
          <p:cNvPr id="28" name="Bildplatzhalter 4">
            <a:extLst>
              <a:ext uri="{FF2B5EF4-FFF2-40B4-BE49-F238E27FC236}">
                <a16:creationId xmlns:a16="http://schemas.microsoft.com/office/drawing/2014/main" id="{5E485192-2EF9-6641-A4FD-7903E499C73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926225" y="4151976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/>
              <a:t>Sekundärlogo (z.B. Institut, Forschungsgruppe, o.Ä.). Bei Nichtbedarf löschen!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F92B4699-D079-5B46-A5E5-D0CE8B4FF5C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30436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/>
              <a:t>Sekundärlogo (z.B. Institut, Forschungsgruppe, o.Ä.). Bei Nichtbedarf löschen!</a:t>
            </a:r>
          </a:p>
        </p:txBody>
      </p:sp>
      <p:sp>
        <p:nvSpPr>
          <p:cNvPr id="35" name="Textplatzhalter 22">
            <a:extLst>
              <a:ext uri="{FF2B5EF4-FFF2-40B4-BE49-F238E27FC236}">
                <a16:creationId xmlns:a16="http://schemas.microsoft.com/office/drawing/2014/main" id="{E88F2ABD-B4F2-BF45-B0C0-261F3A2EC7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1541121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Datum (bearbeiten)</a:t>
            </a:r>
          </a:p>
        </p:txBody>
      </p:sp>
    </p:spTree>
    <p:extLst>
      <p:ext uri="{BB962C8B-B14F-4D97-AF65-F5344CB8AC3E}">
        <p14:creationId xmlns:p14="http://schemas.microsoft.com/office/powerpoint/2010/main" val="466927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AE8C18B-3B31-4172-BD36-383A2D959058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30" name="bk object 18">
              <a:extLst>
                <a:ext uri="{FF2B5EF4-FFF2-40B4-BE49-F238E27FC236}">
                  <a16:creationId xmlns:a16="http://schemas.microsoft.com/office/drawing/2014/main" id="{033258C7-8016-4009-9FB1-F90060178720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bk object 18">
              <a:extLst>
                <a:ext uri="{FF2B5EF4-FFF2-40B4-BE49-F238E27FC236}">
                  <a16:creationId xmlns:a16="http://schemas.microsoft.com/office/drawing/2014/main" id="{F63F0B04-1DC4-4DF5-9D98-F1A5AB5B67C4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Holder 3">
              <a:extLst>
                <a:ext uri="{FF2B5EF4-FFF2-40B4-BE49-F238E27FC236}">
                  <a16:creationId xmlns:a16="http://schemas.microsoft.com/office/drawing/2014/main" id="{1BF4C821-21F2-42D9-9C34-70F485006BB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/>
                <a:t>hhu.de</a:t>
              </a:r>
            </a:p>
          </p:txBody>
        </p:sp>
      </p:grpSp>
      <p:sp>
        <p:nvSpPr>
          <p:cNvPr id="16" name="Titel 1">
            <a:extLst>
              <a:ext uri="{FF2B5EF4-FFF2-40B4-BE49-F238E27FC236}">
                <a16:creationId xmlns:a16="http://schemas.microsoft.com/office/drawing/2014/main" id="{73AB5F60-3C1F-41DD-B58A-3B7E23CC9D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2250489"/>
            <a:ext cx="2830329" cy="1189599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/>
              <a:t>Titelfolie (bearbeiten)</a:t>
            </a:r>
          </a:p>
        </p:txBody>
      </p:sp>
      <p:sp>
        <p:nvSpPr>
          <p:cNvPr id="17" name="Untertitel 2">
            <a:extLst>
              <a:ext uri="{FF2B5EF4-FFF2-40B4-BE49-F238E27FC236}">
                <a16:creationId xmlns:a16="http://schemas.microsoft.com/office/drawing/2014/main" id="{A18DDF52-5273-48AE-8D09-90DA7A10F5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3512495"/>
            <a:ext cx="2830329" cy="6046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Untertitel (bearbeiten)</a:t>
            </a:r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335E6D46-1A90-4F85-971E-BE51B6E275C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23343E36-3D15-4FBD-82A0-2EF69415466D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F35EBB84-4567-4B99-BCB2-9E4F2E74A659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8D04A692-1B93-4339-9E71-F30AA92C9F93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5237AA0D-D90E-4127-B627-42907D1E6150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76DE86-C438-4E37-A2C2-A3C892D489F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545886" y="1088383"/>
            <a:ext cx="5598114" cy="3826517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/>
              <a:t>Inhaltsplatzhalter</a:t>
            </a:r>
          </a:p>
          <a:p>
            <a:pPr marL="180975" lvl="0" indent="0">
              <a:buNone/>
            </a:pPr>
            <a:endParaRPr lang="de-DE"/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B08885F2-1A5F-B44F-9FA4-22C52965E81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/>
              <a:t>Logo gleichberechtigter Kooperationspartner (z.B. Partneruniversität). Bei Nichtbedarf löschen!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3609EE5A-0FD7-3E40-A359-B82C3079D78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/>
              <a:t>Logo gleichberechtigter Kooperationspartner (z.B. Partneruniversität). Bei Nichtbedarf löschen!</a:t>
            </a:r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B667A3A2-D04C-4844-BBA2-F27F285A2A1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19555" y="4150658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/>
              <a:t>Sekundärlogo (z.B. Institut, Forschungsgruppe, o.Ä.). Bei Nichtbedarf löschen!</a:t>
            </a:r>
          </a:p>
        </p:txBody>
      </p:sp>
      <p:sp>
        <p:nvSpPr>
          <p:cNvPr id="28" name="Textplatzhalter 22">
            <a:extLst>
              <a:ext uri="{FF2B5EF4-FFF2-40B4-BE49-F238E27FC236}">
                <a16:creationId xmlns:a16="http://schemas.microsoft.com/office/drawing/2014/main" id="{F8DF472F-A7C0-6447-A12C-AB015A5D0F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1169392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1050452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zwei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8609EF01-760B-4279-96D2-9AE5DF9E07ED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32" name="bk object 18">
              <a:extLst>
                <a:ext uri="{FF2B5EF4-FFF2-40B4-BE49-F238E27FC236}">
                  <a16:creationId xmlns:a16="http://schemas.microsoft.com/office/drawing/2014/main" id="{A4C7AC9B-CEA5-4C57-B178-3624C6812F1D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bk object 18">
              <a:extLst>
                <a:ext uri="{FF2B5EF4-FFF2-40B4-BE49-F238E27FC236}">
                  <a16:creationId xmlns:a16="http://schemas.microsoft.com/office/drawing/2014/main" id="{D054BE5A-53A6-4A25-B171-207E0A5A15D9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Holder 3">
              <a:extLst>
                <a:ext uri="{FF2B5EF4-FFF2-40B4-BE49-F238E27FC236}">
                  <a16:creationId xmlns:a16="http://schemas.microsoft.com/office/drawing/2014/main" id="{7E7A0D5B-9864-42E6-BDCD-A3D2A068635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/>
                <a:t>hhu.de</a:t>
              </a:r>
            </a:p>
          </p:txBody>
        </p:sp>
      </p:grpSp>
      <p:sp>
        <p:nvSpPr>
          <p:cNvPr id="16" name="Titel 1">
            <a:extLst>
              <a:ext uri="{FF2B5EF4-FFF2-40B4-BE49-F238E27FC236}">
                <a16:creationId xmlns:a16="http://schemas.microsoft.com/office/drawing/2014/main" id="{73AB5F60-3C1F-41DD-B58A-3B7E23CC9D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3818597"/>
            <a:ext cx="5341606" cy="567763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/>
              <a:t>Titelfolie</a:t>
            </a:r>
          </a:p>
        </p:txBody>
      </p:sp>
      <p:sp>
        <p:nvSpPr>
          <p:cNvPr id="17" name="Untertitel 2">
            <a:extLst>
              <a:ext uri="{FF2B5EF4-FFF2-40B4-BE49-F238E27FC236}">
                <a16:creationId xmlns:a16="http://schemas.microsoft.com/office/drawing/2014/main" id="{A18DDF52-5273-48AE-8D09-90DA7A10F5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4458767"/>
            <a:ext cx="5341607" cy="27418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Untertitel (bearbeiten)</a:t>
            </a:r>
          </a:p>
        </p:txBody>
      </p:sp>
      <p:grpSp>
        <p:nvGrpSpPr>
          <p:cNvPr id="14" name="Grafik 6">
            <a:extLst>
              <a:ext uri="{FF2B5EF4-FFF2-40B4-BE49-F238E27FC236}">
                <a16:creationId xmlns:a16="http://schemas.microsoft.com/office/drawing/2014/main" id="{06DED613-6C95-44B4-934D-915F765D5EC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ED8DE4AB-9CB4-42A7-9E68-6E2FAB87CDD7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2AF7295B-8EB5-4B3E-B347-40D564DF2E8A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19EB503C-B339-4925-A963-9A41C6D48A86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458334B5-873D-4772-A5CD-6DB0CA382F6C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9443CD-BCA7-46CF-AFA8-330C4634025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1422399"/>
            <a:ext cx="6678234" cy="2396196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/>
              <a:t>Inhaltsplatzhalter</a:t>
            </a:r>
          </a:p>
          <a:p>
            <a:pPr marL="180975" lvl="0" indent="0">
              <a:buNone/>
            </a:pPr>
            <a:endParaRPr lang="de-DE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B24558D-B62E-4475-9EF0-8C38F6D9AB6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740999" y="1422400"/>
            <a:ext cx="2403000" cy="2396196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/>
              <a:t>Inhaltsplatzhalter</a:t>
            </a:r>
          </a:p>
          <a:p>
            <a:pPr marL="180975" lvl="0" indent="0">
              <a:buNone/>
            </a:pPr>
            <a:endParaRPr lang="de-DE"/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F7FE4B2A-DC36-0D4C-9F52-0C253A8928E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/>
              <a:t>Logo gleichberechtigter Kooperationspartner (z.B. Partneruniversität). Bei Nichtbedarf löschen!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FCFEEB94-02FC-204B-B0CC-7FE7C62C171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/>
              <a:t>Logo gleichberechtigter Kooperationspartner (z.B. Partneruniversität). Bei Nichtbedarf löschen!</a:t>
            </a:r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CC219343-0397-9E4E-BD60-873C1713E34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40153" y="4159763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/>
              <a:t>Sekundärlogo (z.B. Institut, Forschungsgruppe, o.Ä.). Bei Nichtbedarf löschen!</a:t>
            </a:r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016D7102-C9CE-0D4A-85BF-0EC312730C6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16352" y="415033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/>
              <a:t>Sekundärlogo (z.B. Institut, Forschungsgruppe, o.Ä.). Bei Nichtbedarf löschen!</a:t>
            </a:r>
          </a:p>
        </p:txBody>
      </p:sp>
      <p:sp>
        <p:nvSpPr>
          <p:cNvPr id="29" name="Textplatzhalter 22">
            <a:extLst>
              <a:ext uri="{FF2B5EF4-FFF2-40B4-BE49-F238E27FC236}">
                <a16:creationId xmlns:a16="http://schemas.microsoft.com/office/drawing/2014/main" id="{85B9FCEE-8B61-EE4E-8E60-A4B4C50E63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96335" y="4467117"/>
            <a:ext cx="1021127" cy="274183"/>
          </a:xfrm>
        </p:spPr>
        <p:txBody>
          <a:bodyPr/>
          <a:lstStyle>
            <a:lvl1pPr marL="0" indent="0" algn="r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412373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2D474F-8BEC-4D91-A03D-D9362EBEA4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Inhaltsverzeichnis (bearbeiten)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49AD49C-66AF-4DEA-AFAD-00CFC0FCD9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8A236E8-550F-4D48-A470-B5B6ACB7D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CEECEC85-61F4-4B79-8C27-7F9D489194F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488102" y="1422400"/>
            <a:ext cx="3655898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/>
              <a:t>Inhaltsplatzhalter</a:t>
            </a:r>
          </a:p>
          <a:p>
            <a:pPr marL="180975" lvl="0" indent="0">
              <a:buNone/>
            </a:pPr>
            <a:endParaRPr lang="de-DE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00A45E48-BE13-4673-A7CD-2D5059A1B6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550" y="1422399"/>
            <a:ext cx="4586288" cy="3492500"/>
          </a:xfrm>
        </p:spPr>
        <p:txBody>
          <a:bodyPr>
            <a:noAutofit/>
          </a:bodyPr>
          <a:lstStyle>
            <a:lvl1pPr marL="295275" indent="-295275">
              <a:spcBef>
                <a:spcPts val="1200"/>
              </a:spcBef>
              <a:buFont typeface="+mj-lt"/>
              <a:buAutoNum type="arabicPeriod"/>
              <a:defRPr/>
            </a:lvl1pPr>
            <a:lvl2pPr>
              <a:defRPr/>
            </a:lvl2pPr>
          </a:lstStyle>
          <a:p>
            <a:pPr lvl="0"/>
            <a:r>
              <a:rPr lang="de-DE"/>
              <a:t>Text (bearbeiten)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0"/>
            <a:r>
              <a:rPr lang="de-DE"/>
              <a:t>Text bearbeiten
Text bearbeiten 
Text bearbeiten 
Text bearbeiten</a:t>
            </a:r>
          </a:p>
        </p:txBody>
      </p:sp>
    </p:spTree>
    <p:extLst>
      <p:ext uri="{BB962C8B-B14F-4D97-AF65-F5344CB8AC3E}">
        <p14:creationId xmlns:p14="http://schemas.microsoft.com/office/powerpoint/2010/main" val="3613049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21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(ohne Untertite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Inhalt ohne Untertitel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389A477-57D5-4BE0-806F-7840FB2B8F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550" y="1422399"/>
            <a:ext cx="8096250" cy="3492500"/>
          </a:xfrm>
        </p:spPr>
        <p:txBody>
          <a:bodyPr>
            <a:noAutofit/>
          </a:bodyPr>
          <a:lstStyle/>
          <a:p>
            <a:pPr lvl="0"/>
            <a:r>
              <a:rPr lang="de-DE"/>
              <a:t>Text (bearbeiten)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0"/>
            <a:r>
              <a:rPr lang="de-DE"/>
              <a:t>Text bearbeiten
Text bearbeiten 
Text bearbeiten 
Text bearbeiten</a:t>
            </a:r>
          </a:p>
        </p:txBody>
      </p:sp>
    </p:spTree>
    <p:extLst>
      <p:ext uri="{BB962C8B-B14F-4D97-AF65-F5344CB8AC3E}">
        <p14:creationId xmlns:p14="http://schemas.microsoft.com/office/powerpoint/2010/main" val="1809276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Inhalt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21D334-520E-4FBB-B8A8-6A609B53F9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50" y="1422399"/>
            <a:ext cx="8101012" cy="3492500"/>
          </a:xfrm>
        </p:spPr>
        <p:txBody>
          <a:bodyPr>
            <a:noAutofit/>
          </a:bodyPr>
          <a:lstStyle/>
          <a:p>
            <a:pPr lvl="0"/>
            <a:r>
              <a:rPr lang="de-DE"/>
              <a:t>Text (bearbeiten)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0"/>
            <a:r>
              <a:rPr lang="de-DE"/>
              <a:t>Text bearbeiten
Text bearbeiten 
Text bearbeiten 
Text bearbeiten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F6CD374-8E61-0A4C-83F0-76A0F81260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937368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(gro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Inhalt (groß)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BFE84D2-D951-43C8-81B8-BCF2BCBCC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50" y="1545752"/>
            <a:ext cx="8101012" cy="3311525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Text (bearbeiten)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0"/>
            <a:r>
              <a:rPr lang="de-DE"/>
              <a:t>Text bearbeiten
Text bearbeiten 
Text bearbeiten 
Text bearbeiten</a:t>
            </a:r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73F9E275-8222-594E-AE4A-5DC2C6FC95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24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325410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(ohne Untertite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2D15A-E19B-4725-AC01-F52639F085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Zwei Inhalte ohne Untertitel (bearbeiten)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8FDF4B-5FA2-4BE9-91FF-2874E76F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2C360C-95DE-4762-ABD3-B6787C41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B557236-B6F1-4EF1-92AD-2624537923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550" y="1422399"/>
            <a:ext cx="3941762" cy="3424238"/>
          </a:xfrm>
        </p:spPr>
        <p:txBody>
          <a:bodyPr>
            <a:noAutofit/>
          </a:bodyPr>
          <a:lstStyle/>
          <a:p>
            <a:pPr lvl="0"/>
            <a:r>
              <a:rPr lang="de-DE"/>
              <a:t>Text (bearbeiten)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0"/>
            <a:r>
              <a:rPr lang="de-DE"/>
              <a:t>Text bearbeiten
Text bearbeiten 
Text bearbeiten 
Text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D9B5E02-9A16-49B4-9355-BE71C0D665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79950" y="1422400"/>
            <a:ext cx="3943350" cy="3424238"/>
          </a:xfrm>
        </p:spPr>
        <p:txBody>
          <a:bodyPr/>
          <a:lstStyle/>
          <a:p>
            <a:pPr lvl="0"/>
            <a:r>
              <a:rPr lang="de-DE"/>
              <a:t>Text (bearbeiten)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0"/>
            <a:r>
              <a:rPr lang="de-DE"/>
              <a:t>Text bearbeiten
Text bearbeiten 
Text bearbeiten 
Text bearbeiten</a:t>
            </a:r>
          </a:p>
        </p:txBody>
      </p:sp>
    </p:spTree>
    <p:extLst>
      <p:ext uri="{BB962C8B-B14F-4D97-AF65-F5344CB8AC3E}">
        <p14:creationId xmlns:p14="http://schemas.microsoft.com/office/powerpoint/2010/main" val="3383617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  <p15:guide id="2" pos="294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2D15A-E19B-4725-AC01-F52639F085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tIns="0"/>
          <a:lstStyle/>
          <a:p>
            <a:r>
              <a:rPr lang="de-DE"/>
              <a:t>Zwei Inhalte (bearbeiten)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8FDF4B-5FA2-4BE9-91FF-2874E76F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2C360C-95DE-4762-ABD3-B6787C41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B1E48B2-9056-46C9-8170-057A7DDAE8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50" y="1422399"/>
            <a:ext cx="3941762" cy="3492500"/>
          </a:xfrm>
        </p:spPr>
        <p:txBody>
          <a:bodyPr>
            <a:noAutofit/>
          </a:bodyPr>
          <a:lstStyle/>
          <a:p>
            <a:pPr lvl="0"/>
            <a:r>
              <a:rPr lang="de-DE"/>
              <a:t>Text (bearbeiten)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0"/>
            <a:r>
              <a:rPr lang="de-DE"/>
              <a:t>Text bearbeiten
Text bearbeiten 
Text bearbeiten 
Text bearbeiten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C9A547D-69C2-4513-9E4D-7F7C15B98C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9950" y="1422400"/>
            <a:ext cx="3937000" cy="3492500"/>
          </a:xfrm>
        </p:spPr>
        <p:txBody>
          <a:bodyPr/>
          <a:lstStyle/>
          <a:p>
            <a:pPr lvl="0"/>
            <a:r>
              <a:rPr lang="de-DE"/>
              <a:t>Text (bearbeiten)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0"/>
            <a:r>
              <a:rPr lang="de-DE"/>
              <a:t>Text bearbeiten
Text bearbeiten 
Text bearbeiten 
Text bearbeiten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DAA57B84-07F8-564B-8DEA-600525150D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1089025"/>
            <a:ext cx="3937000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/>
              <a:t>Untertitel (bearbeiten)</a:t>
            </a:r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09F477F5-428F-6D4A-B1D1-1A175E027E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86300" y="1089025"/>
            <a:ext cx="3937000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246573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  <p15:guide id="2" pos="294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B86FA-3D14-41C0-ACAC-6E7B70336D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Diagramme (bearbeiten)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BA41F9-75EC-4CB8-BD53-566512502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A52C21-7FA6-4626-B212-C78D0157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0FFFB7A-A86B-49FF-8A42-D51942986D7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22288" y="1422400"/>
            <a:ext cx="8100219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/>
              <a:t>Inhaltsplatzhalter</a:t>
            </a:r>
          </a:p>
          <a:p>
            <a:pPr marL="180975" lvl="0" indent="0">
              <a:buNone/>
            </a:pPr>
            <a:endParaRPr lang="de-DE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8E2B6C4B-5F28-AC4F-80E0-2631991988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1764643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4">
          <p15:clr>
            <a:srgbClr val="FBAE40"/>
          </p15:clr>
        </p15:guide>
        <p15:guide id="2" pos="379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n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B86FA-3D14-41C0-ACAC-6E7B70336D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Tabellen 1 (bearbeiten)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BA41F9-75EC-4CB8-BD53-566512502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A52C21-7FA6-4626-B212-C78D0157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C0C6EB1C-18E9-44D2-B97A-2055909E56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30913" y="1422400"/>
            <a:ext cx="2590799" cy="3492500"/>
          </a:xfrm>
        </p:spPr>
        <p:txBody>
          <a:bodyPr/>
          <a:lstStyle/>
          <a:p>
            <a:pPr lvl="0"/>
            <a:r>
              <a:rPr lang="de-DE"/>
              <a:t>Text (bearbeiten)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0"/>
            <a:r>
              <a:rPr lang="de-DE"/>
              <a:t>Text bearbeiten
Text bearbeiten 
Text bearbeiten 
Text bearbeiten</a:t>
            </a: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0FFFB7A-A86B-49FF-8A42-D51942986D7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22288" y="1422400"/>
            <a:ext cx="5310187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/>
              <a:t>Inhaltsplatzhalter</a:t>
            </a:r>
          </a:p>
          <a:p>
            <a:pPr marL="180975" lvl="0" indent="0">
              <a:buNone/>
            </a:pPr>
            <a:endParaRPr lang="de-DE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51B80552-8C75-CA4C-8B5A-9B2EBBE4E7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2230283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4" userDrawn="1">
          <p15:clr>
            <a:srgbClr val="FBAE40"/>
          </p15:clr>
        </p15:guide>
        <p15:guide id="2" pos="3799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n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B86FA-3D14-41C0-ACAC-6E7B70336D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Tabellen 2 (bearbeiten)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BA41F9-75EC-4CB8-BD53-566512502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A52C21-7FA6-4626-B212-C78D0157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4ED614B-D2A2-4F44-8C55-EA89904996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50" y="1422399"/>
            <a:ext cx="2590800" cy="3492500"/>
          </a:xfrm>
        </p:spPr>
        <p:txBody>
          <a:bodyPr>
            <a:noAutofit/>
          </a:bodyPr>
          <a:lstStyle/>
          <a:p>
            <a:pPr lvl="0"/>
            <a:r>
              <a:rPr lang="de-DE"/>
              <a:t>Text (bearbeiten)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0"/>
            <a:r>
              <a:rPr lang="de-DE"/>
              <a:t>Text bearbeiten
Text bearbeiten 
Text bearbeiten 
Text bearbeiten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78E908BC-1AEE-469A-8B07-24C581B6328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311525" y="1422400"/>
            <a:ext cx="5310188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/>
              <a:t>Inhaltsplatzhalter</a:t>
            </a:r>
          </a:p>
          <a:p>
            <a:pPr marL="180975" lvl="0" indent="0">
              <a:buNone/>
            </a:pPr>
            <a:endParaRPr lang="de-DE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09B5CE0C-F0E5-4A46-8E54-A8BEBF3528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161278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961" userDrawn="1">
          <p15:clr>
            <a:srgbClr val="FBAE40"/>
          </p15:clr>
        </p15:guide>
        <p15:guide id="3" pos="2086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2D15A-E19B-4725-AC01-F52639F085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Vier Inhalte (bearbeiten)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8FDF4B-5FA2-4BE9-91FF-2874E76F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2C360C-95DE-4762-ABD3-B6787C41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0FDB2AAA-C98E-4D27-9188-E7E5DBFF09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422400"/>
            <a:ext cx="3941762" cy="1638300"/>
          </a:xfrm>
        </p:spPr>
        <p:txBody>
          <a:bodyPr/>
          <a:lstStyle/>
          <a:p>
            <a:pPr lvl="0"/>
            <a:r>
              <a:rPr lang="de-DE"/>
              <a:t>Text (bearbeiten)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0"/>
            <a:r>
              <a:rPr lang="de-DE"/>
              <a:t>Text bearbeiten
Text bearbeiten 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5823B8EE-EC69-45B2-BAC9-1BCA4FBF1E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79950" y="1422400"/>
            <a:ext cx="3941763" cy="1638300"/>
          </a:xfrm>
        </p:spPr>
        <p:txBody>
          <a:bodyPr/>
          <a:lstStyle/>
          <a:p>
            <a:pPr lvl="0"/>
            <a:r>
              <a:rPr lang="de-DE"/>
              <a:t>Text (bearbeiten)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0"/>
            <a:r>
              <a:rPr lang="de-DE"/>
              <a:t>Text bearbeiten
Text bearbeiten 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640510EC-0518-429F-B934-724E542AEE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2288" y="3187700"/>
            <a:ext cx="3941762" cy="1638300"/>
          </a:xfrm>
        </p:spPr>
        <p:txBody>
          <a:bodyPr/>
          <a:lstStyle/>
          <a:p>
            <a:pPr lvl="0"/>
            <a:r>
              <a:rPr lang="de-DE"/>
              <a:t>Text (bearbeiten)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0"/>
            <a:r>
              <a:rPr lang="de-DE"/>
              <a:t>Text bearbeiten
Text bearbeiten 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2C5C7A3E-AD9D-494E-9656-60D17A2D3D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79950" y="3187701"/>
            <a:ext cx="3943350" cy="1638300"/>
          </a:xfrm>
        </p:spPr>
        <p:txBody>
          <a:bodyPr/>
          <a:lstStyle/>
          <a:p>
            <a:pPr lvl="0"/>
            <a:r>
              <a:rPr lang="de-DE"/>
              <a:t>Text (bearbeiten)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0"/>
            <a:r>
              <a:rPr lang="de-DE"/>
              <a:t>Text bearbeiten
Text bearbeiten 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8F97F85F-5214-3C4D-AECA-FAB96CDFB6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869609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  <p15:guide id="2" pos="294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Viel Text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6BE7D15-C3F6-44ED-81D4-5CA3DF1394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2288" y="1422400"/>
            <a:ext cx="3941762" cy="3492500"/>
          </a:xfrm>
        </p:spPr>
        <p:txBody>
          <a:bodyPr/>
          <a:lstStyle/>
          <a:p>
            <a:pPr lvl="0"/>
            <a:r>
              <a:rPr lang="de-DE"/>
              <a:t>Text (bearbeiten)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0"/>
            <a:r>
              <a:rPr lang="de-DE"/>
              <a:t>Text bearbeiten
Text bearbeiten 
Text bearbeiten 
Text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A225A19B-F9D6-496E-93F0-23086F37CD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9950" y="1422400"/>
            <a:ext cx="3943350" cy="3492500"/>
          </a:xfrm>
        </p:spPr>
        <p:txBody>
          <a:bodyPr>
            <a:noAutofit/>
          </a:bodyPr>
          <a:lstStyle/>
          <a:p>
            <a:pPr lvl="0"/>
            <a:r>
              <a:rPr lang="de-DE"/>
              <a:t>Text (bearbeiten)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0"/>
            <a:r>
              <a:rPr lang="de-DE"/>
              <a:t>Text bearbeiten
Text bearbeiten 
Text bearbeiten 
Text bearbeiten</a:t>
            </a: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9BCD487A-0F7D-A741-B766-3DC58765E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2112603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  <p15:guide id="2" pos="294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Heinekop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A8B718B6-0A12-456A-A2B2-DDCE96D85C32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</p:grpSpPr>
        <p:sp>
          <p:nvSpPr>
            <p:cNvPr id="54" name="bk object 18">
              <a:extLst>
                <a:ext uri="{FF2B5EF4-FFF2-40B4-BE49-F238E27FC236}">
                  <a16:creationId xmlns:a16="http://schemas.microsoft.com/office/drawing/2014/main" id="{AA03ADD9-BB66-4FBA-AA38-A477A97E7E8A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bk object 18">
              <a:extLst>
                <a:ext uri="{FF2B5EF4-FFF2-40B4-BE49-F238E27FC236}">
                  <a16:creationId xmlns:a16="http://schemas.microsoft.com/office/drawing/2014/main" id="{483C21C1-427D-47E5-8D0D-E9E03790F6E3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Holder 3">
              <a:extLst>
                <a:ext uri="{FF2B5EF4-FFF2-40B4-BE49-F238E27FC236}">
                  <a16:creationId xmlns:a16="http://schemas.microsoft.com/office/drawing/2014/main" id="{E224A6C7-1F26-4748-BB34-5F7E18EFB33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/>
                <a:t>hhu.de</a:t>
              </a:r>
            </a:p>
          </p:txBody>
        </p:sp>
      </p:grpSp>
      <p:grpSp>
        <p:nvGrpSpPr>
          <p:cNvPr id="16" name="Grafik 9">
            <a:extLst>
              <a:ext uri="{FF2B5EF4-FFF2-40B4-BE49-F238E27FC236}">
                <a16:creationId xmlns:a16="http://schemas.microsoft.com/office/drawing/2014/main" id="{FDF40BED-CE41-4F2B-9008-0CAE3088D83B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17" name="Grafik 9">
              <a:extLst>
                <a:ext uri="{FF2B5EF4-FFF2-40B4-BE49-F238E27FC236}">
                  <a16:creationId xmlns:a16="http://schemas.microsoft.com/office/drawing/2014/main" id="{0B49B38F-6A41-4759-B72C-5F216A133318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CBFECEB3-E5D0-4A80-BB99-C9B0C0773EAA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205BBD97-9903-40A9-8B6F-28C8A15C6553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601EB764-A17E-450D-B58A-6703C97C9CE9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82DD2E94-DB4B-4BD8-BFDB-FDFAA8C69EA1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832D3428-693C-4D74-94D9-E68B7A16B041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0E083E88-01F2-4468-BC37-D107C47234B4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CE077675-12C0-483D-8266-8C564517BD07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FF4BAE46-A2AC-42A1-814E-CFCC32BEF113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A46A2275-819B-4DE9-965C-8B94B846FB54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21" name="Grafik 9">
              <a:extLst>
                <a:ext uri="{FF2B5EF4-FFF2-40B4-BE49-F238E27FC236}">
                  <a16:creationId xmlns:a16="http://schemas.microsoft.com/office/drawing/2014/main" id="{E34EB2FE-23B4-47AC-B2B7-CDB4683102DA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FD23CBD4-1BEB-423E-8DC2-39059E53AA13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2C65A015-E440-4675-B7F3-555C1D4FBF52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9333A91E-2316-4EF6-B3D9-6EEBD206C840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23" name="Grafik 9">
              <a:extLst>
                <a:ext uri="{FF2B5EF4-FFF2-40B4-BE49-F238E27FC236}">
                  <a16:creationId xmlns:a16="http://schemas.microsoft.com/office/drawing/2014/main" id="{C8616353-1EFD-4898-8A56-A00BAFC56FC0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89797380-64F5-4BE7-99B6-07726B5EFB53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FB09C04D-B801-4043-976F-2CB57892DD7A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0C5D06E4-755E-46B7-B5D7-711E6626EED4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C88A03F6-FACB-4995-B138-81008C66E66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29192B9C-F3FF-4EAF-BBCF-ACEA07ACC4A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27" name="Grafik 9">
              <a:extLst>
                <a:ext uri="{FF2B5EF4-FFF2-40B4-BE49-F238E27FC236}">
                  <a16:creationId xmlns:a16="http://schemas.microsoft.com/office/drawing/2014/main" id="{3BE7F837-4861-4A4D-BD76-15443C5AA3A4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28" name="Freihandform: Form 27">
                <a:extLst>
                  <a:ext uri="{FF2B5EF4-FFF2-40B4-BE49-F238E27FC236}">
                    <a16:creationId xmlns:a16="http://schemas.microsoft.com/office/drawing/2014/main" id="{BB1FE5B7-58E9-40E5-A04E-E7CAAE5D0E37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E90E6BEA-4D78-4289-A05B-4F064701D3E5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0" name="Freihandform: Form 29">
                <a:extLst>
                  <a:ext uri="{FF2B5EF4-FFF2-40B4-BE49-F238E27FC236}">
                    <a16:creationId xmlns:a16="http://schemas.microsoft.com/office/drawing/2014/main" id="{174474D8-C33C-4271-85AE-095508EFB8EE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22FEF1E6-C2ED-48D1-B68D-F0300DB16821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pic>
        <p:nvPicPr>
          <p:cNvPr id="12" name="Grafik 11">
            <a:extLst>
              <a:ext uri="{FF2B5EF4-FFF2-40B4-BE49-F238E27FC236}">
                <a16:creationId xmlns:a16="http://schemas.microsoft.com/office/drawing/2014/main" id="{3B9C8E9F-01A9-4CE0-8030-B76B3BE38D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921" t="8747" b="17591"/>
          <a:stretch>
            <a:fillRect/>
          </a:stretch>
        </p:blipFill>
        <p:spPr>
          <a:xfrm>
            <a:off x="0" y="0"/>
            <a:ext cx="3731958" cy="4914900"/>
          </a:xfrm>
          <a:custGeom>
            <a:avLst/>
            <a:gdLst>
              <a:gd name="connsiteX0" fmla="*/ 0 w 5015880"/>
              <a:gd name="connsiteY0" fmla="*/ 0 h 6597650"/>
              <a:gd name="connsiteX1" fmla="*/ 5015880 w 5015880"/>
              <a:gd name="connsiteY1" fmla="*/ 0 h 6597650"/>
              <a:gd name="connsiteX2" fmla="*/ 5015880 w 5015880"/>
              <a:gd name="connsiteY2" fmla="*/ 6597650 h 6597650"/>
              <a:gd name="connsiteX3" fmla="*/ 0 w 5015880"/>
              <a:gd name="connsiteY3" fmla="*/ 6597650 h 659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44" name="Titel 1">
            <a:extLst>
              <a:ext uri="{FF2B5EF4-FFF2-40B4-BE49-F238E27FC236}">
                <a16:creationId xmlns:a16="http://schemas.microsoft.com/office/drawing/2014/main" id="{A4C0BC30-E626-4EC3-B52E-EC6CECC18B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4051" y="330910"/>
            <a:ext cx="2889316" cy="452322"/>
          </a:xfrm>
        </p:spPr>
        <p:txBody>
          <a:bodyPr/>
          <a:lstStyle/>
          <a:p>
            <a:r>
              <a:rPr lang="de-DE"/>
              <a:t>Inhalt + Kopf</a:t>
            </a:r>
          </a:p>
        </p:txBody>
      </p: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F23939B8-98AC-4295-9C3F-D06AC0E2B265}"/>
              </a:ext>
            </a:extLst>
          </p:cNvPr>
          <p:cNvCxnSpPr>
            <a:cxnSpLocks/>
          </p:cNvCxnSpPr>
          <p:nvPr userDrawn="1"/>
        </p:nvCxnSpPr>
        <p:spPr>
          <a:xfrm>
            <a:off x="4464051" y="974732"/>
            <a:ext cx="2889315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16C751C-C99C-4A88-ADDD-C33FB6EC87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4050" y="1422400"/>
            <a:ext cx="4368800" cy="3492500"/>
          </a:xfrm>
        </p:spPr>
        <p:txBody>
          <a:bodyPr>
            <a:noAutofit/>
          </a:bodyPr>
          <a:lstStyle/>
          <a:p>
            <a:pPr lvl="0"/>
            <a:r>
              <a:rPr lang="de-DE"/>
              <a:t>Text (bearbeiten)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0"/>
            <a:r>
              <a:rPr lang="de-DE"/>
              <a:t>Text bearbeiten
Text bearbeiten 
Text bearbeiten 
Text bearbeiten</a:t>
            </a:r>
          </a:p>
        </p:txBody>
      </p:sp>
      <p:sp>
        <p:nvSpPr>
          <p:cNvPr id="43" name="Textplatzhalter 3">
            <a:extLst>
              <a:ext uri="{FF2B5EF4-FFF2-40B4-BE49-F238E27FC236}">
                <a16:creationId xmlns:a16="http://schemas.microsoft.com/office/drawing/2014/main" id="{9D7F55B5-520F-1846-9A54-FEA146BB9F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4050" y="1089025"/>
            <a:ext cx="4159250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1077683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Inhalt + Bild rechts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D03C39F-F4DA-4E33-9C12-0C07D46B74D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625577" y="1422400"/>
            <a:ext cx="4518422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/>
              <a:t>Inhaltsplatzhalter</a:t>
            </a:r>
          </a:p>
          <a:p>
            <a:pPr marL="180975" lvl="0" indent="0">
              <a:buNone/>
            </a:pPr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5337AD4-58C4-4CD3-B6EE-0320BEF61A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1550" y="1422399"/>
            <a:ext cx="3754437" cy="3492500"/>
          </a:xfrm>
        </p:spPr>
        <p:txBody>
          <a:bodyPr>
            <a:noAutofit/>
          </a:bodyPr>
          <a:lstStyle/>
          <a:p>
            <a:pPr lvl="0"/>
            <a:r>
              <a:rPr lang="de-DE"/>
              <a:t>Text (bearbeiten)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0"/>
            <a:r>
              <a:rPr lang="de-DE"/>
              <a:t>Text bearbeiten
Text bearbeiten 
Text bearbeiten 
Text bearbeiten</a:t>
            </a: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66EF6949-DF2A-6945-ACA6-6155BA68DF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5576603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zwei Bilder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Inhalt + 2 Bilder rechts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1ADE6869-998B-4809-AE43-C38E35BE8AA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25578" y="1422400"/>
            <a:ext cx="2241947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/>
              <a:t>Inhaltsplatzhalter</a:t>
            </a:r>
          </a:p>
          <a:p>
            <a:pPr marL="180975" lvl="0" indent="0">
              <a:buNone/>
            </a:pPr>
            <a:endParaRPr lang="de-DE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B574367-BB34-447D-A233-6E083CBE551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921103" y="1422399"/>
            <a:ext cx="2222897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/>
              <a:t>Inhaltsplatzhalter</a:t>
            </a:r>
          </a:p>
          <a:p>
            <a:pPr marL="180975" lvl="0" indent="0">
              <a:buNone/>
            </a:pPr>
            <a:endParaRPr lang="de-DE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7DFAE767-5641-4D3F-9095-84DF276507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288" y="1422400"/>
            <a:ext cx="3754437" cy="3492500"/>
          </a:xfrm>
        </p:spPr>
        <p:txBody>
          <a:bodyPr/>
          <a:lstStyle/>
          <a:p>
            <a:pPr lvl="0"/>
            <a:r>
              <a:rPr lang="de-DE"/>
              <a:t>Text (bearbeiten)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0"/>
            <a:r>
              <a:rPr lang="de-DE"/>
              <a:t>Text bearbeiten
Text bearbeiten 
Text bearbeiten 
Text bearbeiten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1169AC40-4AD9-954E-A54F-29F517D6CC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960897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60" userDrawn="1">
          <p15:clr>
            <a:srgbClr val="FBAE40"/>
          </p15:clr>
        </p15:guide>
        <p15:guide id="2" pos="4326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7376B4C5-BE86-46E2-BB73-C84DD0D0A2B1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5" name="bk object 18">
              <a:extLst>
                <a:ext uri="{FF2B5EF4-FFF2-40B4-BE49-F238E27FC236}">
                  <a16:creationId xmlns:a16="http://schemas.microsoft.com/office/drawing/2014/main" id="{554B3AC1-FDFF-4DC3-9DC6-81F70D7AA0BB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bk object 18">
              <a:extLst>
                <a:ext uri="{FF2B5EF4-FFF2-40B4-BE49-F238E27FC236}">
                  <a16:creationId xmlns:a16="http://schemas.microsoft.com/office/drawing/2014/main" id="{77DD96AE-1808-4743-8DCB-608D8DC68352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Holder 3">
              <a:extLst>
                <a:ext uri="{FF2B5EF4-FFF2-40B4-BE49-F238E27FC236}">
                  <a16:creationId xmlns:a16="http://schemas.microsoft.com/office/drawing/2014/main" id="{DA1288D7-3EDD-4960-BA1A-AED8C420D13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/>
                <a:t>hhu.de</a:t>
              </a:r>
            </a:p>
          </p:txBody>
        </p: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44" name="Titel 1">
            <a:extLst>
              <a:ext uri="{FF2B5EF4-FFF2-40B4-BE49-F238E27FC236}">
                <a16:creationId xmlns:a16="http://schemas.microsoft.com/office/drawing/2014/main" id="{A4C0BC30-E626-4EC3-B52E-EC6CECC18B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5579" y="330910"/>
            <a:ext cx="2727787" cy="452322"/>
          </a:xfrm>
        </p:spPr>
        <p:txBody>
          <a:bodyPr/>
          <a:lstStyle/>
          <a:p>
            <a:r>
              <a:rPr lang="de-DE"/>
              <a:t>Inhalt + Bild links</a:t>
            </a:r>
          </a:p>
        </p:txBody>
      </p: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2A6B4FCA-16D8-4C61-9911-C6EBBA2E9614}"/>
              </a:ext>
            </a:extLst>
          </p:cNvPr>
          <p:cNvCxnSpPr>
            <a:cxnSpLocks/>
          </p:cNvCxnSpPr>
          <p:nvPr userDrawn="1"/>
        </p:nvCxnSpPr>
        <p:spPr>
          <a:xfrm>
            <a:off x="4625975" y="974732"/>
            <a:ext cx="2727391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973DDC7-C42E-4F39-AF1D-5C1BA1202CB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-6031" y="-1"/>
            <a:ext cx="4277280" cy="49149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/>
              <a:t>Inhaltsplatzhalter</a:t>
            </a:r>
          </a:p>
          <a:p>
            <a:pPr marL="180975" lvl="0" indent="0">
              <a:buNone/>
            </a:pPr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8E86CCD-5F3A-4D32-9430-6A5FA2D999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25578" y="1422400"/>
            <a:ext cx="3997722" cy="3487738"/>
          </a:xfrm>
        </p:spPr>
        <p:txBody>
          <a:bodyPr>
            <a:noAutofit/>
          </a:bodyPr>
          <a:lstStyle/>
          <a:p>
            <a:pPr lvl="0"/>
            <a:r>
              <a:rPr lang="de-DE"/>
              <a:t>Text (bearbeiten)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0"/>
            <a:r>
              <a:rPr lang="de-DE"/>
              <a:t>Text bearbeiten
Text bearbeiten 
Text bearbeiten 
Text bearbeiten</a:t>
            </a:r>
          </a:p>
        </p:txBody>
      </p:sp>
      <p:grpSp>
        <p:nvGrpSpPr>
          <p:cNvPr id="43" name="Grafik 9">
            <a:extLst>
              <a:ext uri="{FF2B5EF4-FFF2-40B4-BE49-F238E27FC236}">
                <a16:creationId xmlns:a16="http://schemas.microsoft.com/office/drawing/2014/main" id="{C91C6619-4CF7-49A7-802B-6AF7FF4914DA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5" name="Grafik 9">
              <a:extLst>
                <a:ext uri="{FF2B5EF4-FFF2-40B4-BE49-F238E27FC236}">
                  <a16:creationId xmlns:a16="http://schemas.microsoft.com/office/drawing/2014/main" id="{455B36EC-528F-4E97-93BF-21959E6FD9B9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91D309B1-63F8-4AB2-8EB2-1CAEF4C839A6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A36242A3-7F74-4857-8FF1-ADD22CCD327C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373027A2-4C51-4E71-A123-42FB987BF2B4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2" name="Freihandform: Form 71">
                <a:extLst>
                  <a:ext uri="{FF2B5EF4-FFF2-40B4-BE49-F238E27FC236}">
                    <a16:creationId xmlns:a16="http://schemas.microsoft.com/office/drawing/2014/main" id="{A909C168-98E6-4FA2-8D75-923A389A4E9A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3" name="Freihandform: Form 72">
                <a:extLst>
                  <a:ext uri="{FF2B5EF4-FFF2-40B4-BE49-F238E27FC236}">
                    <a16:creationId xmlns:a16="http://schemas.microsoft.com/office/drawing/2014/main" id="{9A3716B3-558A-427F-BA0B-829497FC8881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4" name="Freihandform: Form 73">
                <a:extLst>
                  <a:ext uri="{FF2B5EF4-FFF2-40B4-BE49-F238E27FC236}">
                    <a16:creationId xmlns:a16="http://schemas.microsoft.com/office/drawing/2014/main" id="{F8470D77-D85D-4975-9A60-9CE2E8808B2C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BCF37C2F-5134-4162-BE90-58DA31D2F78C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80B310A5-C7B4-461B-A746-BE06FBD16D53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9" name="Freihandform: Form 48">
              <a:extLst>
                <a:ext uri="{FF2B5EF4-FFF2-40B4-BE49-F238E27FC236}">
                  <a16:creationId xmlns:a16="http://schemas.microsoft.com/office/drawing/2014/main" id="{41295C12-5E33-43EE-8872-7957A8D8536C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0" name="Grafik 9">
              <a:extLst>
                <a:ext uri="{FF2B5EF4-FFF2-40B4-BE49-F238E27FC236}">
                  <a16:creationId xmlns:a16="http://schemas.microsoft.com/office/drawing/2014/main" id="{3A5FF387-F0B6-477E-998D-234DECE1DB1B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FE518397-1522-4A04-B6ED-00F9007F357A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10063F5E-0004-4BCF-97BF-1F768B2194CF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1A6F300E-3CC4-4B75-80D8-A919F613F4A3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2" name="Grafik 9">
              <a:extLst>
                <a:ext uri="{FF2B5EF4-FFF2-40B4-BE49-F238E27FC236}">
                  <a16:creationId xmlns:a16="http://schemas.microsoft.com/office/drawing/2014/main" id="{04AC514E-52CF-4856-ADD0-332C339C4D48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546461AE-92FF-428D-A949-FB0BA0C40486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E965C189-A801-452A-859F-28368D6503EA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3" name="Freihandform: Form 52">
              <a:extLst>
                <a:ext uri="{FF2B5EF4-FFF2-40B4-BE49-F238E27FC236}">
                  <a16:creationId xmlns:a16="http://schemas.microsoft.com/office/drawing/2014/main" id="{6B42D9CC-533D-471D-AE03-C7814754949F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8" name="Freihandform: Form 57">
              <a:extLst>
                <a:ext uri="{FF2B5EF4-FFF2-40B4-BE49-F238E27FC236}">
                  <a16:creationId xmlns:a16="http://schemas.microsoft.com/office/drawing/2014/main" id="{1CA820B0-ACB2-443B-BBD2-E5DA3D05A48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9" name="Freihandform: Form 58">
              <a:extLst>
                <a:ext uri="{FF2B5EF4-FFF2-40B4-BE49-F238E27FC236}">
                  <a16:creationId xmlns:a16="http://schemas.microsoft.com/office/drawing/2014/main" id="{958C57C2-4634-4F2D-AAFF-837FFB064E0F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60" name="Grafik 9">
              <a:extLst>
                <a:ext uri="{FF2B5EF4-FFF2-40B4-BE49-F238E27FC236}">
                  <a16:creationId xmlns:a16="http://schemas.microsoft.com/office/drawing/2014/main" id="{FD7A4790-53F8-44AD-B4D7-867D12B3CFB1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61" name="Freihandform: Form 60">
                <a:extLst>
                  <a:ext uri="{FF2B5EF4-FFF2-40B4-BE49-F238E27FC236}">
                    <a16:creationId xmlns:a16="http://schemas.microsoft.com/office/drawing/2014/main" id="{360B4408-9AA2-45E3-BA56-27796B0DA924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A4F7D52C-F51B-4EFD-812F-B2EE83A760E2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4EC28B88-2DCA-403B-A59C-F6B806C02DBB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8EA9E0D8-953E-4386-A47D-85043DF818F8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39" name="Textplatzhalter 3">
            <a:extLst>
              <a:ext uri="{FF2B5EF4-FFF2-40B4-BE49-F238E27FC236}">
                <a16:creationId xmlns:a16="http://schemas.microsoft.com/office/drawing/2014/main" id="{B5D41B38-F074-CA45-A2A6-6B6A14B25E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25578" y="1089025"/>
            <a:ext cx="399772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22271488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zwei Bilder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CBB2739F-531B-406E-B9AE-7F5955A4C086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6" name="bk object 18">
              <a:extLst>
                <a:ext uri="{FF2B5EF4-FFF2-40B4-BE49-F238E27FC236}">
                  <a16:creationId xmlns:a16="http://schemas.microsoft.com/office/drawing/2014/main" id="{10BD749C-F32D-4FA0-8B2F-E4376F4459C1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bk object 18">
              <a:extLst>
                <a:ext uri="{FF2B5EF4-FFF2-40B4-BE49-F238E27FC236}">
                  <a16:creationId xmlns:a16="http://schemas.microsoft.com/office/drawing/2014/main" id="{75AD1741-5FE5-4A33-9577-F1F4588F6C91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Holder 3">
              <a:extLst>
                <a:ext uri="{FF2B5EF4-FFF2-40B4-BE49-F238E27FC236}">
                  <a16:creationId xmlns:a16="http://schemas.microsoft.com/office/drawing/2014/main" id="{BF81CE3E-1239-4D0D-8337-4AABB0EB94B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/>
                <a:t>hhu.de</a:t>
              </a:r>
            </a:p>
          </p:txBody>
        </p: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44" name="Titel 1">
            <a:extLst>
              <a:ext uri="{FF2B5EF4-FFF2-40B4-BE49-F238E27FC236}">
                <a16:creationId xmlns:a16="http://schemas.microsoft.com/office/drawing/2014/main" id="{A4C0BC30-E626-4EC3-B52E-EC6CECC18B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5579" y="330910"/>
            <a:ext cx="2727787" cy="452322"/>
          </a:xfrm>
        </p:spPr>
        <p:txBody>
          <a:bodyPr/>
          <a:lstStyle/>
          <a:p>
            <a:r>
              <a:rPr lang="de-DE"/>
              <a:t>Inhalt + 2 Bilder</a:t>
            </a:r>
          </a:p>
        </p:txBody>
      </p: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C79038B0-AD42-42B7-8D15-303CEBA1DC4C}"/>
              </a:ext>
            </a:extLst>
          </p:cNvPr>
          <p:cNvCxnSpPr>
            <a:cxnSpLocks/>
          </p:cNvCxnSpPr>
          <p:nvPr userDrawn="1"/>
        </p:nvCxnSpPr>
        <p:spPr>
          <a:xfrm>
            <a:off x="4625975" y="974732"/>
            <a:ext cx="2727391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9464C44-AFA3-4DC5-AA03-2798F14ED87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4276259" cy="243114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/>
              <a:t>Inhaltsplatzhalter</a:t>
            </a:r>
          </a:p>
          <a:p>
            <a:pPr marL="180975" lvl="0" indent="0">
              <a:buNone/>
            </a:pPr>
            <a:endParaRPr lang="de-DE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E691ED2-3E52-4E4A-9F7C-C8A1129667C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0" y="2493863"/>
            <a:ext cx="4276259" cy="2421037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/>
              <a:t>Inhaltsplatzhalter</a:t>
            </a:r>
          </a:p>
          <a:p>
            <a:pPr marL="180975" lvl="0" indent="0">
              <a:buNone/>
            </a:pPr>
            <a:endParaRPr lang="de-DE"/>
          </a:p>
        </p:txBody>
      </p:sp>
      <p:sp>
        <p:nvSpPr>
          <p:cNvPr id="49" name="Textplatzhalter 6">
            <a:extLst>
              <a:ext uri="{FF2B5EF4-FFF2-40B4-BE49-F238E27FC236}">
                <a16:creationId xmlns:a16="http://schemas.microsoft.com/office/drawing/2014/main" id="{7826728D-0439-4A76-A6FC-AAE7B4BDFA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25578" y="1422400"/>
            <a:ext cx="4000268" cy="3487738"/>
          </a:xfrm>
        </p:spPr>
        <p:txBody>
          <a:bodyPr>
            <a:noAutofit/>
          </a:bodyPr>
          <a:lstStyle/>
          <a:p>
            <a:pPr lvl="0"/>
            <a:r>
              <a:rPr lang="de-DE"/>
              <a:t>Text (bearbeiten)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0"/>
            <a:r>
              <a:rPr lang="de-DE"/>
              <a:t>Text bearbeiten
Text bearbeiten 
Text bearbeiten 
Text bearbeiten</a:t>
            </a:r>
          </a:p>
        </p:txBody>
      </p:sp>
      <p:grpSp>
        <p:nvGrpSpPr>
          <p:cNvPr id="43" name="Grafik 9">
            <a:extLst>
              <a:ext uri="{FF2B5EF4-FFF2-40B4-BE49-F238E27FC236}">
                <a16:creationId xmlns:a16="http://schemas.microsoft.com/office/drawing/2014/main" id="{076F09CB-2CC2-4309-BDB1-67804947A214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5" name="Grafik 9">
              <a:extLst>
                <a:ext uri="{FF2B5EF4-FFF2-40B4-BE49-F238E27FC236}">
                  <a16:creationId xmlns:a16="http://schemas.microsoft.com/office/drawing/2014/main" id="{AE4D5FB2-1354-4A1C-9AC6-94BA47AFA657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FE59B463-359E-41D0-BD04-1F9F20933BC7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0FB2DBB2-6B23-44DE-BAFF-BA7815BDA3A9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2" name="Freihandform: Form 71">
                <a:extLst>
                  <a:ext uri="{FF2B5EF4-FFF2-40B4-BE49-F238E27FC236}">
                    <a16:creationId xmlns:a16="http://schemas.microsoft.com/office/drawing/2014/main" id="{0F2E9D98-4AD9-4DB8-99C6-0DF7955D45BD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3" name="Freihandform: Form 72">
                <a:extLst>
                  <a:ext uri="{FF2B5EF4-FFF2-40B4-BE49-F238E27FC236}">
                    <a16:creationId xmlns:a16="http://schemas.microsoft.com/office/drawing/2014/main" id="{D351D8E0-4F29-4BBF-9D49-14AAEB93E919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4" name="Freihandform: Form 73">
                <a:extLst>
                  <a:ext uri="{FF2B5EF4-FFF2-40B4-BE49-F238E27FC236}">
                    <a16:creationId xmlns:a16="http://schemas.microsoft.com/office/drawing/2014/main" id="{DCB72BFE-8B60-40AD-87F8-487863D43F75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5" name="Freihandform: Form 74">
                <a:extLst>
                  <a:ext uri="{FF2B5EF4-FFF2-40B4-BE49-F238E27FC236}">
                    <a16:creationId xmlns:a16="http://schemas.microsoft.com/office/drawing/2014/main" id="{52E0BA5A-CC65-4BB8-81BB-4CB15A4D8CF1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359051EF-44DD-407B-AE1C-A76EDF0E837C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7" name="Freihandform: Form 46">
              <a:extLst>
                <a:ext uri="{FF2B5EF4-FFF2-40B4-BE49-F238E27FC236}">
                  <a16:creationId xmlns:a16="http://schemas.microsoft.com/office/drawing/2014/main" id="{C0514696-52F1-48B2-96C8-A3E4798980DC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0" name="Freihandform: Form 49">
              <a:extLst>
                <a:ext uri="{FF2B5EF4-FFF2-40B4-BE49-F238E27FC236}">
                  <a16:creationId xmlns:a16="http://schemas.microsoft.com/office/drawing/2014/main" id="{E0DDF57D-AA32-45B9-BDC9-86A24A39DB9E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1" name="Grafik 9">
              <a:extLst>
                <a:ext uri="{FF2B5EF4-FFF2-40B4-BE49-F238E27FC236}">
                  <a16:creationId xmlns:a16="http://schemas.microsoft.com/office/drawing/2014/main" id="{E7679A7C-9589-4CF8-9F8D-7E3A97D84278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C32EB792-112B-4098-B905-0403E3AB3D3B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2364557F-298E-4BF1-8A6D-06EF159C2726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9C8A17D1-D5DE-42B7-8090-E7E649D8A805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3" name="Grafik 9">
              <a:extLst>
                <a:ext uri="{FF2B5EF4-FFF2-40B4-BE49-F238E27FC236}">
                  <a16:creationId xmlns:a16="http://schemas.microsoft.com/office/drawing/2014/main" id="{36D757E1-23B8-4B97-B880-F711EC0DB08D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E1960764-ED10-4D2C-88D0-696068264BC5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E6C9C067-792C-4C17-A5B3-D48C1665DD24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960872F2-485E-4F8B-8FCC-FC63006E79D3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9" name="Freihandform: Form 58">
              <a:extLst>
                <a:ext uri="{FF2B5EF4-FFF2-40B4-BE49-F238E27FC236}">
                  <a16:creationId xmlns:a16="http://schemas.microsoft.com/office/drawing/2014/main" id="{4E07D7C9-0535-4673-8091-4F17D0B62650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60" name="Freihandform: Form 59">
              <a:extLst>
                <a:ext uri="{FF2B5EF4-FFF2-40B4-BE49-F238E27FC236}">
                  <a16:creationId xmlns:a16="http://schemas.microsoft.com/office/drawing/2014/main" id="{9B0B4093-9FAE-4FEC-9671-D0091528BD5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61" name="Grafik 9">
              <a:extLst>
                <a:ext uri="{FF2B5EF4-FFF2-40B4-BE49-F238E27FC236}">
                  <a16:creationId xmlns:a16="http://schemas.microsoft.com/office/drawing/2014/main" id="{D5D00B8F-439D-4A9C-AC31-D90D9CFAFF16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A0B59116-9AC3-488B-B418-57F05127DD42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ED6E8E7E-1035-4870-8608-70848BB2B703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0A256F68-56C7-4D5B-BCCD-3A6858B05732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4EEEE710-875E-4346-9F6D-CFFB3EF72B31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40" name="Textplatzhalter 3">
            <a:extLst>
              <a:ext uri="{FF2B5EF4-FFF2-40B4-BE49-F238E27FC236}">
                <a16:creationId xmlns:a16="http://schemas.microsoft.com/office/drawing/2014/main" id="{28366CDA-53C4-C445-BB35-C76A6EF75D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23032" y="1089025"/>
            <a:ext cx="4000268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479887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71" userDrawn="1">
          <p15:clr>
            <a:srgbClr val="FBAE40"/>
          </p15:clr>
        </p15:guide>
        <p15:guide id="2" orient="horz" pos="1537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2 Bilder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133C81B-6C39-4BD5-9BF9-8617341D801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0" y="1422400"/>
            <a:ext cx="4544616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/>
              <a:t>Inhaltsplatzhalter</a:t>
            </a:r>
          </a:p>
          <a:p>
            <a:pPr marL="180975" lvl="0" indent="0">
              <a:buNone/>
            </a:pPr>
            <a:endParaRPr lang="de-DE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915B8044-0142-42E8-8428-B098000CEBD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99384" y="1422400"/>
            <a:ext cx="4544616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/>
              <a:t>Inhaltsplatzhalter</a:t>
            </a:r>
          </a:p>
          <a:p>
            <a:pPr marL="180975" lvl="0" indent="0">
              <a:buNone/>
            </a:pPr>
            <a:endParaRPr lang="de-DE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FC4DC007-2365-A648-88B1-D6FDE125CD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662697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97" userDrawn="1">
          <p15:clr>
            <a:srgbClr val="FBAE40"/>
          </p15:clr>
        </p15:guide>
        <p15:guide id="3" pos="286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dr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3 Bilder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C021923-B745-4638-A634-E1DA375F90E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1422399"/>
            <a:ext cx="2978945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/>
              <a:t>Inhaltsplatzhalter</a:t>
            </a:r>
          </a:p>
          <a:p>
            <a:pPr marL="180975" lvl="0" indent="0">
              <a:buNone/>
            </a:pPr>
            <a:endParaRPr lang="de-DE"/>
          </a:p>
        </p:txBody>
      </p:sp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47556F71-EDA3-472E-9372-CE0F4A69672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032522" y="1422400"/>
            <a:ext cx="3078956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/>
              <a:t>Inhaltsplatzhalter</a:t>
            </a:r>
          </a:p>
          <a:p>
            <a:pPr marL="180975" lvl="0" indent="0">
              <a:buNone/>
            </a:pPr>
            <a:endParaRPr lang="de-DE"/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C1ADC803-A245-408E-AB12-EC54C19B5108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65058" y="1422400"/>
            <a:ext cx="2978943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/>
              <a:t>Inhaltsplatzhalter</a:t>
            </a:r>
          </a:p>
          <a:p>
            <a:pPr marL="180975" lvl="0" indent="0">
              <a:buNone/>
            </a:pPr>
            <a:endParaRPr lang="de-DE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58BC8DE0-A3EE-804D-838F-898D4F788B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736764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10" userDrawn="1">
          <p15:clr>
            <a:srgbClr val="FBAE40"/>
          </p15:clr>
        </p15:guide>
        <p15:guide id="3" pos="3850" userDrawn="1">
          <p15:clr>
            <a:srgbClr val="FBAE40"/>
          </p15:clr>
        </p15:guide>
        <p15:guide id="4" pos="3884" userDrawn="1">
          <p15:clr>
            <a:srgbClr val="FBAE40"/>
          </p15:clr>
        </p15:guide>
        <p15:guide id="5" pos="1877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chrift + Bild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Großes Bild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F40F789-6719-4203-8D60-D2478F65170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0" y="1422399"/>
            <a:ext cx="9144000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/>
              <a:t>Inhaltsplatzhalter</a:t>
            </a:r>
          </a:p>
          <a:p>
            <a:pPr marL="180975" lvl="0" indent="0">
              <a:buNone/>
            </a:pPr>
            <a:endParaRPr lang="de-DE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75616D54-86F2-9449-AA54-998236971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680941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 userDrawn="1">
          <p15:clr>
            <a:srgbClr val="FBAE40"/>
          </p15:clr>
        </p15:guide>
        <p15:guide id="2" orient="horz" pos="2014" userDrawn="1">
          <p15:clr>
            <a:srgbClr val="FBAE40"/>
          </p15:clr>
        </p15:guide>
        <p15:guide id="3" pos="2863" userDrawn="1">
          <p15:clr>
            <a:srgbClr val="FBAE40"/>
          </p15:clr>
        </p15:guide>
        <p15:guide id="4" pos="2897" userDrawn="1">
          <p15:clr>
            <a:srgbClr val="FBAE40"/>
          </p15:clr>
        </p15:guide>
        <p15:guide id="5" pos="1928" userDrawn="1">
          <p15:clr>
            <a:srgbClr val="FBAE40"/>
          </p15:clr>
        </p15:guide>
        <p15:guide id="6" pos="1894" userDrawn="1">
          <p15:clr>
            <a:srgbClr val="FBAE40"/>
          </p15:clr>
        </p15:guide>
        <p15:guide id="7" pos="958" userDrawn="1">
          <p15:clr>
            <a:srgbClr val="FBAE40"/>
          </p15:clr>
        </p15:guide>
        <p15:guide id="8" pos="924" userDrawn="1">
          <p15:clr>
            <a:srgbClr val="FBAE40"/>
          </p15:clr>
        </p15:guide>
        <p15:guide id="9" pos="4309" userDrawn="1">
          <p15:clr>
            <a:srgbClr val="FBAE40"/>
          </p15:clr>
        </p15:guide>
        <p15:guide id="10" pos="4343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6BC85E-9658-4D4D-BDC1-B9AA54CC6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Titel (bearbeiten)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50C059-9EF2-4BF6-ACD1-CD0A42FA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F95CDF-AED9-4575-BFCF-0B8549EE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D803084A-5ADB-8145-8DBF-2148A08267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12352740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6BC85E-9658-4D4D-BDC1-B9AA54CC6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Titel (bearbeiten)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50C059-9EF2-4BF6-ACD1-CD0A42FA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F95CDF-AED9-4575-BFCF-0B8549EE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03771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89286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+ Heinekop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4F2D883D-86A1-4B38-BBBC-81F258AD3664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1" name="bk object 18">
              <a:extLst>
                <a:ext uri="{FF2B5EF4-FFF2-40B4-BE49-F238E27FC236}">
                  <a16:creationId xmlns:a16="http://schemas.microsoft.com/office/drawing/2014/main" id="{A0B87E1F-4D99-4450-9167-085B1ECC6BB2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bk object 18">
              <a:extLst>
                <a:ext uri="{FF2B5EF4-FFF2-40B4-BE49-F238E27FC236}">
                  <a16:creationId xmlns:a16="http://schemas.microsoft.com/office/drawing/2014/main" id="{29147ACE-4C7A-4AC3-A60F-A813EE08D57E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Holder 3">
              <a:extLst>
                <a:ext uri="{FF2B5EF4-FFF2-40B4-BE49-F238E27FC236}">
                  <a16:creationId xmlns:a16="http://schemas.microsoft.com/office/drawing/2014/main" id="{3187F65C-802F-454B-B4D7-B16EEF26A62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/>
                <a:t>hhu.de</a:t>
              </a:r>
            </a:p>
          </p:txBody>
        </p: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B0EFD377-4EA8-4233-8819-69CE7EFB9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2920" y="3034543"/>
            <a:ext cx="4779587" cy="919235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 err="1"/>
              <a:t>Kapiteltrenner</a:t>
            </a:r>
            <a:r>
              <a:rPr lang="de-DE"/>
              <a:t> (bearbeiten)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B9C8E9F-01A9-4CE0-8030-B76B3BE38D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921" t="8747" b="17591"/>
          <a:stretch>
            <a:fillRect/>
          </a:stretch>
        </p:blipFill>
        <p:spPr>
          <a:xfrm>
            <a:off x="0" y="0"/>
            <a:ext cx="3731958" cy="4914900"/>
          </a:xfrm>
          <a:custGeom>
            <a:avLst/>
            <a:gdLst>
              <a:gd name="connsiteX0" fmla="*/ 0 w 5015880"/>
              <a:gd name="connsiteY0" fmla="*/ 0 h 6597650"/>
              <a:gd name="connsiteX1" fmla="*/ 5015880 w 5015880"/>
              <a:gd name="connsiteY1" fmla="*/ 0 h 6597650"/>
              <a:gd name="connsiteX2" fmla="*/ 5015880 w 5015880"/>
              <a:gd name="connsiteY2" fmla="*/ 6597650 h 6597650"/>
              <a:gd name="connsiteX3" fmla="*/ 0 w 5015880"/>
              <a:gd name="connsiteY3" fmla="*/ 6597650 h 659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grpSp>
        <p:nvGrpSpPr>
          <p:cNvPr id="42" name="Grafik 9">
            <a:extLst>
              <a:ext uri="{FF2B5EF4-FFF2-40B4-BE49-F238E27FC236}">
                <a16:creationId xmlns:a16="http://schemas.microsoft.com/office/drawing/2014/main" id="{4667E34A-CC7E-4835-9AC5-FE237F81C03D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3" name="Grafik 9">
              <a:extLst>
                <a:ext uri="{FF2B5EF4-FFF2-40B4-BE49-F238E27FC236}">
                  <a16:creationId xmlns:a16="http://schemas.microsoft.com/office/drawing/2014/main" id="{626385F0-EFB3-4177-8D2F-2F9907091087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6808F36E-77C0-40F5-86F8-7030FC5D0DFD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46CD7CF4-F97B-47E8-A3F8-5B4275184858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5C9615FD-3950-4AAF-91D1-B7E0D1523EB1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6D61BCB8-A392-44BE-9B58-0C8894F2C6E3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5651F35B-CB90-42B4-A471-984346A049EA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8CE6B607-72CF-4173-94CC-C59F836899DC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500087AB-383E-4624-A927-873B03065E80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5" name="Freihandform: Form 44">
              <a:extLst>
                <a:ext uri="{FF2B5EF4-FFF2-40B4-BE49-F238E27FC236}">
                  <a16:creationId xmlns:a16="http://schemas.microsoft.com/office/drawing/2014/main" id="{22AA03D7-3F03-4C4F-A0C9-836B56272C8C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908EC93F-835E-4D0F-A675-2F99EC043AA5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7" name="Grafik 9">
              <a:extLst>
                <a:ext uri="{FF2B5EF4-FFF2-40B4-BE49-F238E27FC236}">
                  <a16:creationId xmlns:a16="http://schemas.microsoft.com/office/drawing/2014/main" id="{2CEF44ED-A72E-4351-9881-F8B58E7CA517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38C57ED4-5249-44F6-A846-8A50E1B0A8AE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A3174859-C1AB-4E2C-AD75-5F35D1D33C1A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2C5BCA75-4F93-46B4-878A-E68AC6987642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9" name="Grafik 9">
              <a:extLst>
                <a:ext uri="{FF2B5EF4-FFF2-40B4-BE49-F238E27FC236}">
                  <a16:creationId xmlns:a16="http://schemas.microsoft.com/office/drawing/2014/main" id="{BCECBBC6-DE4D-4DC8-8D21-F5528013426A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BCE4B876-F0A5-4F73-BBFF-C3F17D7B5C7A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45E2AB3D-28C9-4DA2-9CAC-58EAE4EB09DB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CDA3BF75-3E56-4B78-B7D6-F84532C639D5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33376168-99F8-4715-AF4C-8EE786D54481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6" name="Freihandform: Form 55">
              <a:extLst>
                <a:ext uri="{FF2B5EF4-FFF2-40B4-BE49-F238E27FC236}">
                  <a16:creationId xmlns:a16="http://schemas.microsoft.com/office/drawing/2014/main" id="{EC324BE3-07EF-4C6E-9A11-992391FDED69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7" name="Grafik 9">
              <a:extLst>
                <a:ext uri="{FF2B5EF4-FFF2-40B4-BE49-F238E27FC236}">
                  <a16:creationId xmlns:a16="http://schemas.microsoft.com/office/drawing/2014/main" id="{2E5DE4CB-903E-4460-9F03-DE6427A3C0A8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58" name="Freihandform: Form 57">
                <a:extLst>
                  <a:ext uri="{FF2B5EF4-FFF2-40B4-BE49-F238E27FC236}">
                    <a16:creationId xmlns:a16="http://schemas.microsoft.com/office/drawing/2014/main" id="{44D50118-5ACB-41E0-AC63-9E2D51DEF863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59" name="Freihandform: Form 58">
                <a:extLst>
                  <a:ext uri="{FF2B5EF4-FFF2-40B4-BE49-F238E27FC236}">
                    <a16:creationId xmlns:a16="http://schemas.microsoft.com/office/drawing/2014/main" id="{8E08ECA6-CD33-45EB-90A7-60C724D72EE4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0" name="Freihandform: Form 59">
                <a:extLst>
                  <a:ext uri="{FF2B5EF4-FFF2-40B4-BE49-F238E27FC236}">
                    <a16:creationId xmlns:a16="http://schemas.microsoft.com/office/drawing/2014/main" id="{4E5B9455-EFA6-4E2C-ADFA-01DEA81D9373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1" name="Freihandform: Form 60">
                <a:extLst>
                  <a:ext uri="{FF2B5EF4-FFF2-40B4-BE49-F238E27FC236}">
                    <a16:creationId xmlns:a16="http://schemas.microsoft.com/office/drawing/2014/main" id="{E6E39BDF-EF42-4AB6-B762-15EEF4205FD7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CE13B148-0823-5B43-8A0E-5E7CA97610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4989" y="400420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/>
              <a:t>Logo gleichberechtigter Kooperationspartner (z.B. Partneruniversität). Bei Nichtbedarf löschen!</a:t>
            </a:r>
          </a:p>
        </p:txBody>
      </p:sp>
      <p:sp>
        <p:nvSpPr>
          <p:cNvPr id="37" name="Bildplatzhalter 4">
            <a:extLst>
              <a:ext uri="{FF2B5EF4-FFF2-40B4-BE49-F238E27FC236}">
                <a16:creationId xmlns:a16="http://schemas.microsoft.com/office/drawing/2014/main" id="{D683DF22-D1D8-1E49-BAFA-D5A1DD9A84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43714" y="394479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/>
              <a:t>Logo gleichberechtigter Kooperationspartner (z.B. Partneruniversität). Bei Nichtbedarf löschen!</a:t>
            </a:r>
          </a:p>
        </p:txBody>
      </p: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299A59BA-AFBC-5240-9675-0BE075D1745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/>
              <a:t>Sekundärlogo (z.B. Institut, Forschungsgruppe, o.Ä.). Bei Nichtbedarf löschen!</a:t>
            </a:r>
          </a:p>
        </p:txBody>
      </p:sp>
      <p:sp>
        <p:nvSpPr>
          <p:cNvPr id="39" name="Bildplatzhalter 4">
            <a:extLst>
              <a:ext uri="{FF2B5EF4-FFF2-40B4-BE49-F238E27FC236}">
                <a16:creationId xmlns:a16="http://schemas.microsoft.com/office/drawing/2014/main" id="{6E20D846-4FF9-AC41-BF41-CEE6E2A08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/>
              <a:t>Sekundärlogo (z.B. Institut, Forschungsgruppe, o.Ä.). Bei Nichtbedarf löschen!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A849AFAA-CFDD-4649-874D-F4E9C02357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/>
              <a:t>Sekundärlogo (z.B. Institut, Forschungsgruppe, o.Ä.). Bei Nichtbedarf löschen!</a:t>
            </a:r>
          </a:p>
        </p:txBody>
      </p:sp>
    </p:spTree>
    <p:extLst>
      <p:ext uri="{BB962C8B-B14F-4D97-AF65-F5344CB8AC3E}">
        <p14:creationId xmlns:p14="http://schemas.microsoft.com/office/powerpoint/2010/main" val="22072670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C90C208C-E187-483E-A849-994740CF4EB9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1" name="bk object 18">
              <a:extLst>
                <a:ext uri="{FF2B5EF4-FFF2-40B4-BE49-F238E27FC236}">
                  <a16:creationId xmlns:a16="http://schemas.microsoft.com/office/drawing/2014/main" id="{EE0396FA-425F-4EDC-9520-B9A44FA9B2CE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bk object 18">
              <a:extLst>
                <a:ext uri="{FF2B5EF4-FFF2-40B4-BE49-F238E27FC236}">
                  <a16:creationId xmlns:a16="http://schemas.microsoft.com/office/drawing/2014/main" id="{565B0312-1532-4603-9199-E7A9D647D7DD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Holder 3">
              <a:extLst>
                <a:ext uri="{FF2B5EF4-FFF2-40B4-BE49-F238E27FC236}">
                  <a16:creationId xmlns:a16="http://schemas.microsoft.com/office/drawing/2014/main" id="{64829966-6167-4E75-9B98-6CFBF28F3C7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/>
                <a:t>hhu.de</a:t>
              </a:r>
            </a:p>
          </p:txBody>
        </p: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B0EFD377-4EA8-4233-8819-69CE7EFB9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7304" y="3034543"/>
            <a:ext cx="5735203" cy="919235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 err="1"/>
              <a:t>Kapiteltrenner</a:t>
            </a:r>
            <a:r>
              <a:rPr lang="de-DE"/>
              <a:t> (bearbeiten)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grpSp>
        <p:nvGrpSpPr>
          <p:cNvPr id="42" name="Grafik 9">
            <a:extLst>
              <a:ext uri="{FF2B5EF4-FFF2-40B4-BE49-F238E27FC236}">
                <a16:creationId xmlns:a16="http://schemas.microsoft.com/office/drawing/2014/main" id="{28A21B8F-6E69-4E11-AFD3-54EC4D2DD560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3" name="Grafik 9">
              <a:extLst>
                <a:ext uri="{FF2B5EF4-FFF2-40B4-BE49-F238E27FC236}">
                  <a16:creationId xmlns:a16="http://schemas.microsoft.com/office/drawing/2014/main" id="{D38F2AA7-E6E5-436E-8E36-7603834951DD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CEE46D69-7B6E-4033-9F52-F87603FD3DC4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BDAE65FC-F144-4EB4-BDE1-439A96EEE0C4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D3DBEDEF-DBC0-4148-9FDD-21C8CA8A0A9D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32B50B26-A8AC-4560-90A5-3EA0F8790ACA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E672BC32-FFA3-4CA6-A563-DD6F9BC119AB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9D229350-21C3-418C-96E5-56B9BC682764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3B2C3CB2-9BD9-4C7F-A03D-9FAC1547D206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5" name="Freihandform: Form 44">
              <a:extLst>
                <a:ext uri="{FF2B5EF4-FFF2-40B4-BE49-F238E27FC236}">
                  <a16:creationId xmlns:a16="http://schemas.microsoft.com/office/drawing/2014/main" id="{C34D53EC-E9A8-4321-AADF-45F3327CFD78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43A49C16-A28B-4031-A77C-89AAA332D02C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7" name="Grafik 9">
              <a:extLst>
                <a:ext uri="{FF2B5EF4-FFF2-40B4-BE49-F238E27FC236}">
                  <a16:creationId xmlns:a16="http://schemas.microsoft.com/office/drawing/2014/main" id="{6648D76C-F5E6-4559-8E7C-C8AC6A349ECC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72294CCB-ECFF-408E-9DE3-9CFD213367BB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8C858B51-A8C9-432A-9282-705400CDA1E4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850DEC09-33CF-46B7-8919-E68733DA60E2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9" name="Grafik 9">
              <a:extLst>
                <a:ext uri="{FF2B5EF4-FFF2-40B4-BE49-F238E27FC236}">
                  <a16:creationId xmlns:a16="http://schemas.microsoft.com/office/drawing/2014/main" id="{76E6A984-C52F-41F6-89DA-473E7CC811C1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F56B1511-9094-47FA-A7FF-42BAE978C4B5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471AA2D1-C758-44FC-9F5A-F60912B8F482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C9FFC4BE-782B-4407-ABB2-26B7AB219685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85558C76-36A1-4709-91E4-31D73F769E5E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6" name="Freihandform: Form 55">
              <a:extLst>
                <a:ext uri="{FF2B5EF4-FFF2-40B4-BE49-F238E27FC236}">
                  <a16:creationId xmlns:a16="http://schemas.microsoft.com/office/drawing/2014/main" id="{14203DE1-A9F0-4D64-93D7-6F1193FCCD92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7" name="Grafik 9">
              <a:extLst>
                <a:ext uri="{FF2B5EF4-FFF2-40B4-BE49-F238E27FC236}">
                  <a16:creationId xmlns:a16="http://schemas.microsoft.com/office/drawing/2014/main" id="{C9404E57-FC61-463D-95D1-ADB8769BB660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58" name="Freihandform: Form 57">
                <a:extLst>
                  <a:ext uri="{FF2B5EF4-FFF2-40B4-BE49-F238E27FC236}">
                    <a16:creationId xmlns:a16="http://schemas.microsoft.com/office/drawing/2014/main" id="{98FC7513-1A8D-48DA-B31B-27CFF283C2A7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59" name="Freihandform: Form 58">
                <a:extLst>
                  <a:ext uri="{FF2B5EF4-FFF2-40B4-BE49-F238E27FC236}">
                    <a16:creationId xmlns:a16="http://schemas.microsoft.com/office/drawing/2014/main" id="{C99C6873-07A7-4B6A-8391-A221663427C6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0" name="Freihandform: Form 59">
                <a:extLst>
                  <a:ext uri="{FF2B5EF4-FFF2-40B4-BE49-F238E27FC236}">
                    <a16:creationId xmlns:a16="http://schemas.microsoft.com/office/drawing/2014/main" id="{E38E9FDA-632B-45E0-B5F5-238D39870ED1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1" name="Freihandform: Form 60">
                <a:extLst>
                  <a:ext uri="{FF2B5EF4-FFF2-40B4-BE49-F238E27FC236}">
                    <a16:creationId xmlns:a16="http://schemas.microsoft.com/office/drawing/2014/main" id="{62FEBD5E-81F2-4B87-AF0E-C85931DA9405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CB4FCE89-4ECE-184E-897C-4631FB0C0D0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93312" y="394879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/>
              <a:t>Logo gleichberechtigter Kooperationspartner (z.B. Partneruniversität). Bei Nichtbedarf löschen!</a:t>
            </a:r>
          </a:p>
        </p:txBody>
      </p:sp>
      <p:sp>
        <p:nvSpPr>
          <p:cNvPr id="39" name="Bildplatzhalter 4">
            <a:extLst>
              <a:ext uri="{FF2B5EF4-FFF2-40B4-BE49-F238E27FC236}">
                <a16:creationId xmlns:a16="http://schemas.microsoft.com/office/drawing/2014/main" id="{1123C5FD-FD36-EF46-A7BE-730ECD0226B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3259" y="394879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/>
              <a:t>Logo gleichberechtigter Kooperationspartner (z.B. Partneruniversität). Bei Nichtbedarf löschen!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76763FB6-F29F-6E45-A8AF-56E9738E6CB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/>
              <a:t>Sekundärlogo (z.B. Institut, Forschungsgruppe, o.Ä.). Bei Nichtbedarf löschen!</a:t>
            </a:r>
          </a:p>
        </p:txBody>
      </p:sp>
      <p:sp>
        <p:nvSpPr>
          <p:cNvPr id="41" name="Bildplatzhalter 4">
            <a:extLst>
              <a:ext uri="{FF2B5EF4-FFF2-40B4-BE49-F238E27FC236}">
                <a16:creationId xmlns:a16="http://schemas.microsoft.com/office/drawing/2014/main" id="{A1AF13E3-064D-6244-AEC0-7A7D21E29C7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/>
              <a:t>Sekundärlogo (z.B. Institut, Forschungsgruppe, o.Ä.). Bei Nichtbedarf löschen!</a:t>
            </a:r>
          </a:p>
        </p:txBody>
      </p:sp>
      <p:sp>
        <p:nvSpPr>
          <p:cNvPr id="72" name="Bildplatzhalter 4">
            <a:extLst>
              <a:ext uri="{FF2B5EF4-FFF2-40B4-BE49-F238E27FC236}">
                <a16:creationId xmlns:a16="http://schemas.microsoft.com/office/drawing/2014/main" id="{1472E981-D1BB-BD49-8ED3-BA240E3D17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/>
              <a:t>Sekundärlogo (z.B. Institut, Forschungsgruppe, o.Ä.). Bei Nichtbedarf löschen!</a:t>
            </a:r>
          </a:p>
        </p:txBody>
      </p:sp>
    </p:spTree>
    <p:extLst>
      <p:ext uri="{BB962C8B-B14F-4D97-AF65-F5344CB8AC3E}">
        <p14:creationId xmlns:p14="http://schemas.microsoft.com/office/powerpoint/2010/main" val="36723533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C90C208C-E187-483E-A849-994740CF4EB9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1" name="bk object 18">
              <a:extLst>
                <a:ext uri="{FF2B5EF4-FFF2-40B4-BE49-F238E27FC236}">
                  <a16:creationId xmlns:a16="http://schemas.microsoft.com/office/drawing/2014/main" id="{EE0396FA-425F-4EDC-9520-B9A44FA9B2CE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bk object 18">
              <a:extLst>
                <a:ext uri="{FF2B5EF4-FFF2-40B4-BE49-F238E27FC236}">
                  <a16:creationId xmlns:a16="http://schemas.microsoft.com/office/drawing/2014/main" id="{565B0312-1532-4603-9199-E7A9D647D7DD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Holder 3">
              <a:extLst>
                <a:ext uri="{FF2B5EF4-FFF2-40B4-BE49-F238E27FC236}">
                  <a16:creationId xmlns:a16="http://schemas.microsoft.com/office/drawing/2014/main" id="{64829966-6167-4E75-9B98-6CFBF28F3C7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/>
                <a:t>hhu.de</a:t>
              </a:r>
            </a:p>
          </p:txBody>
        </p: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B0EFD377-4EA8-4233-8819-69CE7EFB9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4279" y="3034543"/>
            <a:ext cx="4968228" cy="919235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 err="1"/>
              <a:t>Kapiteltrenner</a:t>
            </a:r>
            <a:r>
              <a:rPr lang="de-DE"/>
              <a:t> (bearbeiten)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grpSp>
        <p:nvGrpSpPr>
          <p:cNvPr id="42" name="Grafik 9">
            <a:extLst>
              <a:ext uri="{FF2B5EF4-FFF2-40B4-BE49-F238E27FC236}">
                <a16:creationId xmlns:a16="http://schemas.microsoft.com/office/drawing/2014/main" id="{28A21B8F-6E69-4E11-AFD3-54EC4D2DD560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3" name="Grafik 9">
              <a:extLst>
                <a:ext uri="{FF2B5EF4-FFF2-40B4-BE49-F238E27FC236}">
                  <a16:creationId xmlns:a16="http://schemas.microsoft.com/office/drawing/2014/main" id="{D38F2AA7-E6E5-436E-8E36-7603834951DD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CEE46D69-7B6E-4033-9F52-F87603FD3DC4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BDAE65FC-F144-4EB4-BDE1-439A96EEE0C4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D3DBEDEF-DBC0-4148-9FDD-21C8CA8A0A9D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32B50B26-A8AC-4560-90A5-3EA0F8790ACA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E672BC32-FFA3-4CA6-A563-DD6F9BC119AB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9D229350-21C3-418C-96E5-56B9BC682764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3B2C3CB2-9BD9-4C7F-A03D-9FAC1547D206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5" name="Freihandform: Form 44">
              <a:extLst>
                <a:ext uri="{FF2B5EF4-FFF2-40B4-BE49-F238E27FC236}">
                  <a16:creationId xmlns:a16="http://schemas.microsoft.com/office/drawing/2014/main" id="{C34D53EC-E9A8-4321-AADF-45F3327CFD78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43A49C16-A28B-4031-A77C-89AAA332D02C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7" name="Grafik 9">
              <a:extLst>
                <a:ext uri="{FF2B5EF4-FFF2-40B4-BE49-F238E27FC236}">
                  <a16:creationId xmlns:a16="http://schemas.microsoft.com/office/drawing/2014/main" id="{6648D76C-F5E6-4559-8E7C-C8AC6A349ECC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72294CCB-ECFF-408E-9DE3-9CFD213367BB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8C858B51-A8C9-432A-9282-705400CDA1E4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850DEC09-33CF-46B7-8919-E68733DA60E2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9" name="Grafik 9">
              <a:extLst>
                <a:ext uri="{FF2B5EF4-FFF2-40B4-BE49-F238E27FC236}">
                  <a16:creationId xmlns:a16="http://schemas.microsoft.com/office/drawing/2014/main" id="{76E6A984-C52F-41F6-89DA-473E7CC811C1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F56B1511-9094-47FA-A7FF-42BAE978C4B5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471AA2D1-C758-44FC-9F5A-F60912B8F482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C9FFC4BE-782B-4407-ABB2-26B7AB219685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85558C76-36A1-4709-91E4-31D73F769E5E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6" name="Freihandform: Form 55">
              <a:extLst>
                <a:ext uri="{FF2B5EF4-FFF2-40B4-BE49-F238E27FC236}">
                  <a16:creationId xmlns:a16="http://schemas.microsoft.com/office/drawing/2014/main" id="{14203DE1-A9F0-4D64-93D7-6F1193FCCD92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7" name="Grafik 9">
              <a:extLst>
                <a:ext uri="{FF2B5EF4-FFF2-40B4-BE49-F238E27FC236}">
                  <a16:creationId xmlns:a16="http://schemas.microsoft.com/office/drawing/2014/main" id="{C9404E57-FC61-463D-95D1-ADB8769BB660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58" name="Freihandform: Form 57">
                <a:extLst>
                  <a:ext uri="{FF2B5EF4-FFF2-40B4-BE49-F238E27FC236}">
                    <a16:creationId xmlns:a16="http://schemas.microsoft.com/office/drawing/2014/main" id="{98FC7513-1A8D-48DA-B31B-27CFF283C2A7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59" name="Freihandform: Form 58">
                <a:extLst>
                  <a:ext uri="{FF2B5EF4-FFF2-40B4-BE49-F238E27FC236}">
                    <a16:creationId xmlns:a16="http://schemas.microsoft.com/office/drawing/2014/main" id="{C99C6873-07A7-4B6A-8391-A221663427C6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0" name="Freihandform: Form 59">
                <a:extLst>
                  <a:ext uri="{FF2B5EF4-FFF2-40B4-BE49-F238E27FC236}">
                    <a16:creationId xmlns:a16="http://schemas.microsoft.com/office/drawing/2014/main" id="{E38E9FDA-632B-45E0-B5F5-238D39870ED1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1" name="Freihandform: Form 60">
                <a:extLst>
                  <a:ext uri="{FF2B5EF4-FFF2-40B4-BE49-F238E27FC236}">
                    <a16:creationId xmlns:a16="http://schemas.microsoft.com/office/drawing/2014/main" id="{62FEBD5E-81F2-4B87-AF0E-C85931DA9405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CB4FCE89-4ECE-184E-897C-4631FB0C0D0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93312" y="394879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/>
              <a:t>Logo gleichberechtigter Kooperationspartner (z.B. Partneruniversität). Bei Nichtbedarf löschen!</a:t>
            </a:r>
          </a:p>
        </p:txBody>
      </p:sp>
      <p:sp>
        <p:nvSpPr>
          <p:cNvPr id="39" name="Bildplatzhalter 4">
            <a:extLst>
              <a:ext uri="{FF2B5EF4-FFF2-40B4-BE49-F238E27FC236}">
                <a16:creationId xmlns:a16="http://schemas.microsoft.com/office/drawing/2014/main" id="{1123C5FD-FD36-EF46-A7BE-730ECD0226B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3259" y="394879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/>
              <a:t>Logo gleichberechtigter Kooperationspartner (z.B. Partneruniversität). Bei Nichtbedarf löschen!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76763FB6-F29F-6E45-A8AF-56E9738E6CB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/>
              <a:t>Sekundärlogo (z.B. Institut, Forschungsgruppe, o.Ä.). Bei Nichtbedarf löschen!</a:t>
            </a:r>
          </a:p>
        </p:txBody>
      </p:sp>
      <p:sp>
        <p:nvSpPr>
          <p:cNvPr id="41" name="Bildplatzhalter 4">
            <a:extLst>
              <a:ext uri="{FF2B5EF4-FFF2-40B4-BE49-F238E27FC236}">
                <a16:creationId xmlns:a16="http://schemas.microsoft.com/office/drawing/2014/main" id="{A1AF13E3-064D-6244-AEC0-7A7D21E29C7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/>
              <a:t>Sekundärlogo (z.B. Institut, Forschungsgruppe, o.Ä.). Bei Nichtbedarf löschen!</a:t>
            </a:r>
          </a:p>
        </p:txBody>
      </p:sp>
      <p:sp>
        <p:nvSpPr>
          <p:cNvPr id="72" name="Bildplatzhalter 4">
            <a:extLst>
              <a:ext uri="{FF2B5EF4-FFF2-40B4-BE49-F238E27FC236}">
                <a16:creationId xmlns:a16="http://schemas.microsoft.com/office/drawing/2014/main" id="{1472E981-D1BB-BD49-8ED3-BA240E3D17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/>
              <a:t>Sekundärlogo (z.B. Institut, Forschungsgruppe, o.Ä.). Bei Nichtbedarf löschen!</a:t>
            </a:r>
          </a:p>
        </p:txBody>
      </p:sp>
      <p:sp>
        <p:nvSpPr>
          <p:cNvPr id="73" name="Inhaltsplatzhalter 3">
            <a:extLst>
              <a:ext uri="{FF2B5EF4-FFF2-40B4-BE49-F238E27FC236}">
                <a16:creationId xmlns:a16="http://schemas.microsoft.com/office/drawing/2014/main" id="{EA02FDF1-F7DB-BE48-B1B0-7B94721FC31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0" y="1422400"/>
            <a:ext cx="3491880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/>
              <a:t>Inhaltsplatzhalter</a:t>
            </a:r>
          </a:p>
          <a:p>
            <a:pPr marL="180975" lvl="0" indent="0">
              <a:buNone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64746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 +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Drogerieartikel-Kartell – Klägerseite – Anna Vorwig und Marcel Hohmann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21D334-520E-4FBB-B8A8-6A609B53F9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1550" y="1422399"/>
            <a:ext cx="8101012" cy="3492500"/>
          </a:xfrm>
        </p:spPr>
        <p:txBody>
          <a:bodyPr>
            <a:noAutofit/>
          </a:bodyPr>
          <a:lstStyle/>
          <a:p>
            <a:pPr lvl="0"/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01DE3242-4A0A-49BE-B977-923FDF4B3B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494" y="1088384"/>
            <a:ext cx="8101013" cy="324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1800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
Zweite Ebene
Dritte Ebene
Vierte Ebene
Fünfte Ebene</a:t>
            </a:r>
          </a:p>
        </p:txBody>
      </p:sp>
    </p:spTree>
    <p:extLst>
      <p:ext uri="{BB962C8B-B14F-4D97-AF65-F5344CB8AC3E}">
        <p14:creationId xmlns:p14="http://schemas.microsoft.com/office/powerpoint/2010/main" val="778207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F2B04C92-175E-41BA-89CE-B2785D9E3855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</p:grpSpPr>
        <p:sp>
          <p:nvSpPr>
            <p:cNvPr id="55" name="bk object 18">
              <a:extLst>
                <a:ext uri="{FF2B5EF4-FFF2-40B4-BE49-F238E27FC236}">
                  <a16:creationId xmlns:a16="http://schemas.microsoft.com/office/drawing/2014/main" id="{AFB087C7-FC7D-4892-B0D6-EA804CF535FD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bk object 18">
              <a:extLst>
                <a:ext uri="{FF2B5EF4-FFF2-40B4-BE49-F238E27FC236}">
                  <a16:creationId xmlns:a16="http://schemas.microsoft.com/office/drawing/2014/main" id="{FA50712F-6C72-4330-A489-54C0FA78213C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Holder 3">
              <a:extLst>
                <a:ext uri="{FF2B5EF4-FFF2-40B4-BE49-F238E27FC236}">
                  <a16:creationId xmlns:a16="http://schemas.microsoft.com/office/drawing/2014/main" id="{390EDD11-ED96-4F2C-BB78-7CE69D30A03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/>
                <a:t>hhu.de</a:t>
              </a:r>
            </a:p>
          </p:txBody>
        </p:sp>
      </p:grp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03D4771-8BB8-4FA1-A2DA-170FCFE20560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26594" y="330910"/>
            <a:ext cx="6826772" cy="45232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32F5159-1DFE-4F9C-BE85-E97D32EA19C5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21550" y="1422399"/>
            <a:ext cx="8100956" cy="3423465"/>
          </a:xfrm>
          <a:prstGeom prst="rect">
            <a:avLst/>
          </a:prstGeom>
        </p:spPr>
        <p:txBody>
          <a:bodyPr vert="horz" lIns="0" tIns="7200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64DE2C-9DE8-411C-83C3-1274BB370203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35496" y="4975579"/>
            <a:ext cx="337406" cy="14868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fld id="{9D195BCC-3514-4B1B-9C18-24F3D67EC549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C549DC-12B4-40A5-A309-CF801E18C8D4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628650" y="4975579"/>
            <a:ext cx="7129704" cy="14868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E9F45371-9B7D-4505-A4D1-3E02BE436A0C}"/>
              </a:ext>
            </a:extLst>
          </p:cNvPr>
          <p:cNvCxnSpPr>
            <a:cxnSpLocks/>
          </p:cNvCxnSpPr>
          <p:nvPr userDrawn="1"/>
        </p:nvCxnSpPr>
        <p:spPr>
          <a:xfrm>
            <a:off x="521551" y="974732"/>
            <a:ext cx="5634625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afik 9">
            <a:extLst>
              <a:ext uri="{FF2B5EF4-FFF2-40B4-BE49-F238E27FC236}">
                <a16:creationId xmlns:a16="http://schemas.microsoft.com/office/drawing/2014/main" id="{A240364D-AE4D-440E-88A8-B05FF302FB9D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20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21" name="Freihandform: Form 20">
                <a:extLst>
                  <a:ext uri="{FF2B5EF4-FFF2-40B4-BE49-F238E27FC236}">
                    <a16:creationId xmlns:a16="http://schemas.microsoft.com/office/drawing/2014/main" id="{C5CA81CC-0A8C-4F0A-898F-756081956301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22" name="Freihandform: Form 21">
                <a:extLst>
                  <a:ext uri="{FF2B5EF4-FFF2-40B4-BE49-F238E27FC236}">
                    <a16:creationId xmlns:a16="http://schemas.microsoft.com/office/drawing/2014/main" id="{1076D363-C034-4E14-9F45-AC0FCE1EDB18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23" name="Freihandform: Form 22">
                <a:extLst>
                  <a:ext uri="{FF2B5EF4-FFF2-40B4-BE49-F238E27FC236}">
                    <a16:creationId xmlns:a16="http://schemas.microsoft.com/office/drawing/2014/main" id="{594D7886-9B36-4085-8FC4-E5D73FFB04FF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24" name="Freihandform: Form 23">
                <a:extLst>
                  <a:ext uri="{FF2B5EF4-FFF2-40B4-BE49-F238E27FC236}">
                    <a16:creationId xmlns:a16="http://schemas.microsoft.com/office/drawing/2014/main" id="{34A71752-C6CB-41A1-9ED4-535445E5CA2A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25" name="Freihandform: Form 24">
                <a:extLst>
                  <a:ext uri="{FF2B5EF4-FFF2-40B4-BE49-F238E27FC236}">
                    <a16:creationId xmlns:a16="http://schemas.microsoft.com/office/drawing/2014/main" id="{0B449204-D2C5-46C7-9446-78CB3AE33C0F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26" name="Freihandform: Form 25">
                <a:extLst>
                  <a:ext uri="{FF2B5EF4-FFF2-40B4-BE49-F238E27FC236}">
                    <a16:creationId xmlns:a16="http://schemas.microsoft.com/office/drawing/2014/main" id="{836500CA-7AFD-48CA-B6D3-0D77161C68BC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</p:grp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17016B36-B092-4AFD-B601-383B7784BFBF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D1A46A87-4807-4767-B647-E3EC036BC92A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59FDC7EA-9A66-40BA-AEEF-50B9422FB283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grpSp>
          <p:nvGrpSpPr>
            <p:cNvPr id="30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EDC61321-1CDD-47FE-82F4-EC44AE05670E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88F89A53-4AB3-4A93-B3CB-37874A98D1FD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</p:grpSp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58E0EDC8-E74F-4551-8BD2-939CC38E7C32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grpSp>
          <p:nvGrpSpPr>
            <p:cNvPr id="34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9D8C1F22-3E98-4749-B684-AA127651774A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1C3B0773-417D-4813-BD67-9BC2D01A3929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</p:grpSp>
        <p:sp>
          <p:nvSpPr>
            <p:cNvPr id="37" name="Freihandform: Form 36">
              <a:extLst>
                <a:ext uri="{FF2B5EF4-FFF2-40B4-BE49-F238E27FC236}">
                  <a16:creationId xmlns:a16="http://schemas.microsoft.com/office/drawing/2014/main" id="{1B5CEBB8-8410-4826-A2E1-C3C323E13940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sp>
          <p:nvSpPr>
            <p:cNvPr id="38" name="Freihandform: Form 37">
              <a:extLst>
                <a:ext uri="{FF2B5EF4-FFF2-40B4-BE49-F238E27FC236}">
                  <a16:creationId xmlns:a16="http://schemas.microsoft.com/office/drawing/2014/main" id="{C2141CF3-1E59-49AE-B4F4-71225DE8DBD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sp>
          <p:nvSpPr>
            <p:cNvPr id="39" name="Freihandform: Form 38">
              <a:extLst>
                <a:ext uri="{FF2B5EF4-FFF2-40B4-BE49-F238E27FC236}">
                  <a16:creationId xmlns:a16="http://schemas.microsoft.com/office/drawing/2014/main" id="{77A4FE29-4562-4C15-8839-87F3DA744A7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grpSp>
          <p:nvGrpSpPr>
            <p:cNvPr id="40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499DC055-1C0A-47CE-BA62-2B92DDA092AF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42" name="Freihandform: Form 41">
                <a:extLst>
                  <a:ext uri="{FF2B5EF4-FFF2-40B4-BE49-F238E27FC236}">
                    <a16:creationId xmlns:a16="http://schemas.microsoft.com/office/drawing/2014/main" id="{CFC50087-AE06-4FC3-BF14-DD98E5DF1E54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43" name="Freihandform: Form 42">
                <a:extLst>
                  <a:ext uri="{FF2B5EF4-FFF2-40B4-BE49-F238E27FC236}">
                    <a16:creationId xmlns:a16="http://schemas.microsoft.com/office/drawing/2014/main" id="{21874895-4ADB-4607-9955-2800059B66C0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44" name="Freihandform: Form 43">
                <a:extLst>
                  <a:ext uri="{FF2B5EF4-FFF2-40B4-BE49-F238E27FC236}">
                    <a16:creationId xmlns:a16="http://schemas.microsoft.com/office/drawing/2014/main" id="{CCA96FB2-00D1-437E-BC9E-014BF2485AA3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</p:grpSp>
      </p:grpSp>
      <p:sp>
        <p:nvSpPr>
          <p:cNvPr id="45" name="Freihandform: Form 44">
            <a:extLst>
              <a:ext uri="{FF2B5EF4-FFF2-40B4-BE49-F238E27FC236}">
                <a16:creationId xmlns:a16="http://schemas.microsoft.com/office/drawing/2014/main" id="{883162FD-5920-459D-B957-31A263988D88}"/>
              </a:ext>
            </a:extLst>
          </p:cNvPr>
          <p:cNvSpPr/>
          <p:nvPr userDrawn="1"/>
        </p:nvSpPr>
        <p:spPr>
          <a:xfrm>
            <a:off x="-4877" y="407792"/>
            <a:ext cx="337406" cy="294925"/>
          </a:xfrm>
          <a:custGeom>
            <a:avLst/>
            <a:gdLst>
              <a:gd name="connsiteX0" fmla="*/ 0 w 152234"/>
              <a:gd name="connsiteY0" fmla="*/ 134353 h 132902"/>
              <a:gd name="connsiteX1" fmla="*/ 84816 w 152234"/>
              <a:gd name="connsiteY1" fmla="*/ 134353 h 132902"/>
              <a:gd name="connsiteX2" fmla="*/ 152234 w 152234"/>
              <a:gd name="connsiteY2" fmla="*/ 67176 h 132902"/>
              <a:gd name="connsiteX3" fmla="*/ 84816 w 152234"/>
              <a:gd name="connsiteY3" fmla="*/ 0 h 132902"/>
              <a:gd name="connsiteX4" fmla="*/ 0 w 152234"/>
              <a:gd name="connsiteY4" fmla="*/ 0 h 132902"/>
              <a:gd name="connsiteX5" fmla="*/ 0 w 152234"/>
              <a:gd name="connsiteY5" fmla="*/ 134353 h 132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351"/>
          </a:p>
        </p:txBody>
      </p:sp>
    </p:spTree>
    <p:extLst>
      <p:ext uri="{BB962C8B-B14F-4D97-AF65-F5344CB8AC3E}">
        <p14:creationId xmlns:p14="http://schemas.microsoft.com/office/powerpoint/2010/main" val="183421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6" r:id="rId7"/>
    <p:sldLayoutId id="2147483697" r:id="rId8"/>
    <p:sldLayoutId id="2147483698" r:id="rId9"/>
    <p:sldLayoutId id="2147483721" r:id="rId10"/>
    <p:sldLayoutId id="2147483699" r:id="rId11"/>
    <p:sldLayoutId id="2147483700" r:id="rId12"/>
    <p:sldLayoutId id="2147483722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  <p:sldLayoutId id="2147483707" r:id="rId20"/>
    <p:sldLayoutId id="2147483708" r:id="rId21"/>
    <p:sldLayoutId id="2147483709" r:id="rId22"/>
    <p:sldLayoutId id="2147483710" r:id="rId23"/>
    <p:sldLayoutId id="2147483711" r:id="rId24"/>
    <p:sldLayoutId id="2147483714" r:id="rId25"/>
    <p:sldLayoutId id="2147483716" r:id="rId26"/>
    <p:sldLayoutId id="2147483717" r:id="rId27"/>
    <p:sldLayoutId id="2147483718" r:id="rId28"/>
    <p:sldLayoutId id="2147483719" r:id="rId29"/>
    <p:sldLayoutId id="2147483720" r:id="rId30"/>
    <p:sldLayoutId id="2147483723" r:id="rId31"/>
    <p:sldLayoutId id="2147483724" r:id="rId3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 2" panose="05020102010507070707" pitchFamily="18" charset="2"/>
        <a:buChar char="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41338" indent="-274638" algn="l" defTabSz="914400" rtl="0" eaLnBrk="1" latinLnBrk="0" hangingPunct="1">
        <a:lnSpc>
          <a:spcPct val="90000"/>
        </a:lnSpc>
        <a:spcBef>
          <a:spcPts val="600"/>
        </a:spcBef>
        <a:buClr>
          <a:schemeClr val="accent6"/>
        </a:buClr>
        <a:buFont typeface="Wingdings 2" panose="05020102010507070707" pitchFamily="18" charset="2"/>
        <a:buChar char="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08038" indent="-266700" algn="l" defTabSz="914400" rtl="0" eaLnBrk="1" latinLnBrk="0" hangingPunct="1">
        <a:lnSpc>
          <a:spcPct val="90000"/>
        </a:lnSpc>
        <a:spcBef>
          <a:spcPts val="600"/>
        </a:spcBef>
        <a:buClr>
          <a:schemeClr val="accent6"/>
        </a:buClr>
        <a:buFont typeface="Wingdings 2" panose="05020102010507070707" pitchFamily="18" charset="2"/>
        <a:buChar char="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74738" indent="-2667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 2" panose="05020102010507070707" pitchFamily="18" charset="2"/>
        <a:buChar char="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41438" indent="-2667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 2" panose="05020102010507070707" pitchFamily="18" charset="2"/>
        <a:buChar char="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1" userDrawn="1">
          <p15:clr>
            <a:srgbClr val="F26B43"/>
          </p15:clr>
        </p15:guide>
        <p15:guide id="4" pos="329" userDrawn="1">
          <p15:clr>
            <a:srgbClr val="F26B43"/>
          </p15:clr>
        </p15:guide>
        <p15:guide id="5" pos="5432" userDrawn="1">
          <p15:clr>
            <a:srgbClr val="F26B43"/>
          </p15:clr>
        </p15:guide>
        <p15:guide id="6" orient="horz" pos="686" userDrawn="1">
          <p15:clr>
            <a:srgbClr val="F26B43"/>
          </p15:clr>
        </p15:guide>
        <p15:guide id="7" orient="horz" pos="3096" userDrawn="1">
          <p15:clr>
            <a:srgbClr val="F26B43"/>
          </p15:clr>
        </p15:guide>
        <p15:guide id="9" orient="horz" pos="3121" userDrawn="1">
          <p15:clr>
            <a:srgbClr val="F26B43"/>
          </p15:clr>
        </p15:guide>
        <p15:guide id="10" orient="horz" pos="8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image" Target="../media/image8.png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image" Target="../media/image7.sv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6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notesSlide" Target="../notesSlides/notesSlide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slideLayout" Target="../slideLayouts/slideLayout32.xml"/><Relationship Id="rId27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7.sv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6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15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el 100">
            <a:extLst>
              <a:ext uri="{FF2B5EF4-FFF2-40B4-BE49-F238E27FC236}">
                <a16:creationId xmlns:a16="http://schemas.microsoft.com/office/drawing/2014/main" id="{6ABA10D6-0652-4B42-A35F-CF9E0DD12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4278" y="2268082"/>
            <a:ext cx="5094185" cy="1070009"/>
          </a:xfrm>
        </p:spPr>
        <p:txBody>
          <a:bodyPr/>
          <a:lstStyle/>
          <a:p>
            <a:r>
              <a:rPr lang="de-DE"/>
              <a:t>Interim </a:t>
            </a:r>
            <a:r>
              <a:rPr lang="de-DE" err="1"/>
              <a:t>presentation</a:t>
            </a:r>
            <a:r>
              <a:rPr lang="de-DE"/>
              <a:t>:  </a:t>
            </a:r>
            <a:r>
              <a:rPr lang="de-DE" err="1"/>
              <a:t>monti</a:t>
            </a:r>
            <a:r>
              <a:rPr lang="de-DE"/>
              <a:t> #2: Dashboard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medical</a:t>
            </a:r>
            <a:r>
              <a:rPr lang="de-DE"/>
              <a:t> </a:t>
            </a:r>
            <a:r>
              <a:rPr lang="de-DE" err="1"/>
              <a:t>professionals</a:t>
            </a:r>
            <a:r>
              <a:rPr lang="de-DE"/>
              <a:t> </a:t>
            </a:r>
          </a:p>
        </p:txBody>
      </p:sp>
      <p:sp>
        <p:nvSpPr>
          <p:cNvPr id="102" name="Untertitel 101">
            <a:extLst>
              <a:ext uri="{FF2B5EF4-FFF2-40B4-BE49-F238E27FC236}">
                <a16:creationId xmlns:a16="http://schemas.microsoft.com/office/drawing/2014/main" id="{A9C4E376-BA12-7D43-96B4-4F6C548485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0" tIns="72000" rIns="0" bIns="0" rtlCol="0" anchor="t">
            <a:noAutofit/>
          </a:bodyPr>
          <a:lstStyle/>
          <a:p>
            <a:r>
              <a:rPr lang="de-DE" err="1"/>
              <a:t>by</a:t>
            </a:r>
            <a:r>
              <a:rPr lang="de-DE"/>
              <a:t> John Claesges, Aaron Frey, Marie Hildebrandt and </a:t>
            </a:r>
            <a:r>
              <a:rPr lang="de-DE" err="1"/>
              <a:t>Andranik</a:t>
            </a:r>
            <a:r>
              <a:rPr lang="de-DE"/>
              <a:t> Sarkisjan</a:t>
            </a:r>
            <a:endParaRPr lang="de-DE">
              <a:solidFill>
                <a:srgbClr val="FF0000"/>
              </a:solidFill>
              <a:cs typeface="Arial"/>
            </a:endParaRPr>
          </a:p>
        </p:txBody>
      </p:sp>
      <p:pic>
        <p:nvPicPr>
          <p:cNvPr id="2" name="Picture Placeholder 1" descr="A blue and black logo&#10;&#10;AI-generated content may be incorrect.">
            <a:extLst>
              <a:ext uri="{FF2B5EF4-FFF2-40B4-BE49-F238E27FC236}">
                <a16:creationId xmlns:a16="http://schemas.microsoft.com/office/drawing/2014/main" id="{8594E29D-39F7-1299-2F01-AF320EA11B9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19624" b="19624"/>
          <a:stretch/>
        </p:blipFill>
        <p:spPr>
          <a:prstGeom prst="rect">
            <a:avLst/>
          </a:prstGeom>
          <a:noFill/>
        </p:spPr>
      </p:pic>
      <p:sp>
        <p:nvSpPr>
          <p:cNvPr id="130" name="Bildplatzhalter 129">
            <a:extLst>
              <a:ext uri="{FF2B5EF4-FFF2-40B4-BE49-F238E27FC236}">
                <a16:creationId xmlns:a16="http://schemas.microsoft.com/office/drawing/2014/main" id="{FB3B7265-96E9-F249-A424-23B5617ABE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r>
              <a:rPr lang="de-DE"/>
              <a:t>User Experience (UX) Design &amp; Management </a:t>
            </a:r>
          </a:p>
          <a:p>
            <a:r>
              <a:rPr lang="de-DE"/>
              <a:t>Master Course </a:t>
            </a:r>
            <a:endParaRPr lang="de-DE">
              <a:effectLst/>
            </a:endParaRPr>
          </a:p>
        </p:txBody>
      </p:sp>
      <p:sp>
        <p:nvSpPr>
          <p:cNvPr id="132" name="Textplatzhalter 131">
            <a:extLst>
              <a:ext uri="{FF2B5EF4-FFF2-40B4-BE49-F238E27FC236}">
                <a16:creationId xmlns:a16="http://schemas.microsoft.com/office/drawing/2014/main" id="{13915252-8486-BE43-A525-942B4DD0B99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07.01.2026</a:t>
            </a:r>
          </a:p>
        </p:txBody>
      </p:sp>
      <p:pic>
        <p:nvPicPr>
          <p:cNvPr id="4" name="Bildplatzhalter 3" descr="Ein Bild, das Schrift, Grafiken, Logo, Grafikdesign enthält.&#10;&#10;KI-generierte Inhalte können fehlerhaft sein.">
            <a:extLst>
              <a:ext uri="{FF2B5EF4-FFF2-40B4-BE49-F238E27FC236}">
                <a16:creationId xmlns:a16="http://schemas.microsoft.com/office/drawing/2014/main" id="{E741C0B4-AA7F-7E89-FBE4-6D55F65F13D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/>
          <a:srcRect t="9508" b="950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701597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53F417-D749-43C5-8DC2-EEBA2E8BF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39B1316-285D-4CDF-AA32-6064CD559D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EE4CEE5-904F-4091-9B62-A1ABB6ABB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7FF27776-0224-4E4C-9D60-F86552AA30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1550" y="1422399"/>
            <a:ext cx="7434826" cy="3492500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de-DE" err="1"/>
              <a:t>Objective</a:t>
            </a:r>
            <a:endParaRPr lang="de-DE"/>
          </a:p>
          <a:p>
            <a:pPr>
              <a:buFont typeface="Wingdings" pitchFamily="2" charset="2"/>
              <a:buChar char="§"/>
            </a:pPr>
            <a:r>
              <a:rPr lang="de-DE" err="1"/>
              <a:t>Context</a:t>
            </a:r>
            <a:r>
              <a:rPr lang="de-DE"/>
              <a:t> &amp; </a:t>
            </a:r>
            <a:r>
              <a:rPr lang="de-DE" err="1"/>
              <a:t>use</a:t>
            </a:r>
            <a:r>
              <a:rPr lang="de-DE"/>
              <a:t> </a:t>
            </a:r>
            <a:r>
              <a:rPr lang="de-DE" err="1"/>
              <a:t>case</a:t>
            </a:r>
            <a:endParaRPr lang="de-DE"/>
          </a:p>
          <a:p>
            <a:pPr lvl="1">
              <a:buFont typeface="Wingdings" pitchFamily="2" charset="2"/>
              <a:buChar char="§"/>
            </a:pPr>
            <a:r>
              <a:rPr lang="de-DE" err="1"/>
              <a:t>What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UX design </a:t>
            </a:r>
            <a:r>
              <a:rPr lang="de-DE" err="1"/>
              <a:t>challenge</a:t>
            </a:r>
            <a:r>
              <a:rPr lang="de-DE"/>
              <a:t> ?</a:t>
            </a:r>
          </a:p>
          <a:p>
            <a:pPr lvl="1">
              <a:buFont typeface="Wingdings" pitchFamily="2" charset="2"/>
              <a:buChar char="§"/>
            </a:pPr>
            <a:r>
              <a:rPr lang="de-DE" err="1"/>
              <a:t>What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main</a:t>
            </a:r>
            <a:r>
              <a:rPr lang="de-DE"/>
              <a:t> </a:t>
            </a:r>
            <a:r>
              <a:rPr lang="de-DE" err="1"/>
              <a:t>problems</a:t>
            </a:r>
            <a:r>
              <a:rPr lang="de-DE"/>
              <a:t> ?</a:t>
            </a:r>
          </a:p>
          <a:p>
            <a:pPr>
              <a:buFont typeface="Wingdings" pitchFamily="2" charset="2"/>
              <a:buChar char="§"/>
            </a:pPr>
            <a:r>
              <a:rPr lang="de-DE"/>
              <a:t>Approach &amp; </a:t>
            </a:r>
            <a:r>
              <a:rPr lang="de-DE" err="1"/>
              <a:t>methods</a:t>
            </a:r>
            <a:endParaRPr lang="de-DE"/>
          </a:p>
          <a:p>
            <a:pPr lvl="1">
              <a:buFont typeface="Wingdings" pitchFamily="2" charset="2"/>
              <a:buChar char="§"/>
            </a:pPr>
            <a:r>
              <a:rPr lang="de-DE" err="1"/>
              <a:t>How</a:t>
            </a:r>
            <a:r>
              <a:rPr lang="de-DE"/>
              <a:t> do </a:t>
            </a:r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tackle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problems</a:t>
            </a:r>
            <a:r>
              <a:rPr lang="de-DE"/>
              <a:t> and </a:t>
            </a:r>
            <a:r>
              <a:rPr lang="de-DE" err="1"/>
              <a:t>what</a:t>
            </a:r>
            <a:r>
              <a:rPr lang="de-DE"/>
              <a:t> UX </a:t>
            </a:r>
            <a:r>
              <a:rPr lang="de-DE" err="1"/>
              <a:t>methods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using</a:t>
            </a:r>
            <a:r>
              <a:rPr lang="de-DE"/>
              <a:t> ?</a:t>
            </a:r>
          </a:p>
          <a:p>
            <a:pPr>
              <a:buFont typeface="Wingdings" pitchFamily="2" charset="2"/>
              <a:buChar char="§"/>
            </a:pPr>
            <a:r>
              <a:rPr lang="de-DE"/>
              <a:t>Data </a:t>
            </a:r>
            <a:r>
              <a:rPr lang="de-DE" err="1"/>
              <a:t>collection</a:t>
            </a:r>
            <a:r>
              <a:rPr lang="de-DE"/>
              <a:t> &amp; </a:t>
            </a:r>
            <a:r>
              <a:rPr lang="de-DE" err="1"/>
              <a:t>analysis</a:t>
            </a:r>
            <a:endParaRPr lang="de-DE"/>
          </a:p>
          <a:p>
            <a:pPr lvl="1">
              <a:buFont typeface="Wingdings" pitchFamily="2" charset="2"/>
              <a:buChar char="§"/>
            </a:pPr>
            <a:r>
              <a:rPr lang="de-DE" err="1"/>
              <a:t>How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collecting</a:t>
            </a:r>
            <a:r>
              <a:rPr lang="de-DE"/>
              <a:t> relevant </a:t>
            </a:r>
            <a:r>
              <a:rPr lang="de-DE" err="1"/>
              <a:t>data</a:t>
            </a:r>
            <a:r>
              <a:rPr lang="de-DE"/>
              <a:t> and </a:t>
            </a:r>
            <a:r>
              <a:rPr lang="de-DE" err="1"/>
              <a:t>what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doing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it</a:t>
            </a:r>
            <a:r>
              <a:rPr lang="de-DE"/>
              <a:t> ?</a:t>
            </a:r>
          </a:p>
          <a:p>
            <a:pPr>
              <a:buFont typeface="Wingdings" pitchFamily="2" charset="2"/>
              <a:buChar char="§"/>
            </a:pPr>
            <a:r>
              <a:rPr lang="de-DE" err="1"/>
              <a:t>Results</a:t>
            </a:r>
            <a:r>
              <a:rPr lang="de-DE"/>
              <a:t> &amp; </a:t>
            </a:r>
            <a:r>
              <a:rPr lang="de-DE" err="1"/>
              <a:t>outlook</a:t>
            </a:r>
            <a:r>
              <a:rPr lang="de-DE"/>
              <a:t> on </a:t>
            </a:r>
            <a:r>
              <a:rPr lang="de-DE" err="1"/>
              <a:t>further</a:t>
            </a:r>
            <a:r>
              <a:rPr lang="de-DE"/>
              <a:t> </a:t>
            </a:r>
            <a:r>
              <a:rPr lang="de-DE" err="1"/>
              <a:t>work</a:t>
            </a:r>
            <a:endParaRPr lang="de-DE"/>
          </a:p>
          <a:p>
            <a:pPr lvl="1">
              <a:buFont typeface="Wingdings" pitchFamily="2" charset="2"/>
              <a:buChar char="§"/>
            </a:pPr>
            <a:r>
              <a:rPr lang="de-DE" err="1"/>
              <a:t>What</a:t>
            </a:r>
            <a:r>
              <a:rPr lang="de-DE"/>
              <a:t> </a:t>
            </a:r>
            <a:r>
              <a:rPr lang="de-DE" err="1"/>
              <a:t>have</a:t>
            </a:r>
            <a:r>
              <a:rPr lang="de-DE"/>
              <a:t> </a:t>
            </a:r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learned</a:t>
            </a:r>
            <a:r>
              <a:rPr lang="de-DE"/>
              <a:t> and </a:t>
            </a:r>
            <a:r>
              <a:rPr lang="de-DE" err="1"/>
              <a:t>what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we</a:t>
            </a:r>
            <a:r>
              <a:rPr lang="de-DE"/>
              <a:t> still </a:t>
            </a:r>
            <a:r>
              <a:rPr lang="de-DE" err="1"/>
              <a:t>aiming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do ?</a:t>
            </a:r>
          </a:p>
          <a:p>
            <a:pPr marL="0" indent="0">
              <a:buNone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5478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E3EC972A-B9AC-4455-9304-FE6552732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594" y="330910"/>
            <a:ext cx="6826772" cy="452322"/>
          </a:xfrm>
        </p:spPr>
        <p:txBody>
          <a:bodyPr anchor="b">
            <a:normAutofit/>
          </a:bodyPr>
          <a:lstStyle/>
          <a:p>
            <a:r>
              <a:rPr lang="de-DE" err="1"/>
              <a:t>Objective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2047628-90EC-462D-87F6-CDE250D0E9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496" y="4975579"/>
            <a:ext cx="337406" cy="148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D195BCC-3514-4B1B-9C18-24F3D67EC549}" type="slidenum">
              <a:rPr lang="de-DE" smtClean="0"/>
              <a:pPr>
                <a:spcAft>
                  <a:spcPts val="600"/>
                </a:spcAft>
              </a:pPr>
              <a:t>3</a:t>
            </a:fld>
            <a:endParaRPr lang="de-DE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C6DFBD76-2772-A36F-F154-EA49DE192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50" y="4975579"/>
            <a:ext cx="7129704" cy="148683"/>
          </a:xfrm>
        </p:spPr>
        <p:txBody>
          <a:bodyPr/>
          <a:lstStyle/>
          <a:p>
            <a:endParaRPr lang="de-DE"/>
          </a:p>
        </p:txBody>
      </p:sp>
      <p:pic>
        <p:nvPicPr>
          <p:cNvPr id="11" name="Grafik 10" descr="Ein Bild, das Reißnagel, stationär enthält.&#10;&#10;KI-generierte Inhalte können fehlerhaft sein.">
            <a:extLst>
              <a:ext uri="{FF2B5EF4-FFF2-40B4-BE49-F238E27FC236}">
                <a16:creationId xmlns:a16="http://schemas.microsoft.com/office/drawing/2014/main" id="{70E6F8C5-58E4-883C-4DE2-E9FC695CA123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rcRect l="37193" r="-1" b="-1"/>
          <a:stretch>
            <a:fillRect/>
          </a:stretch>
        </p:blipFill>
        <p:spPr>
          <a:xfrm>
            <a:off x="5488102" y="1422400"/>
            <a:ext cx="3655898" cy="3492500"/>
          </a:xfrm>
          <a:prstGeom prst="rect">
            <a:avLst/>
          </a:prstGeom>
          <a:noFill/>
          <a:ln/>
        </p:spPr>
      </p:pic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1290FD1-AB3A-45D9-AB94-637B3BD3CC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1550" y="1422399"/>
            <a:ext cx="4586288" cy="34925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i="1"/>
              <a:t>This </a:t>
            </a:r>
            <a:r>
              <a:rPr lang="de-DE" i="1" err="1"/>
              <a:t>project</a:t>
            </a:r>
            <a:r>
              <a:rPr lang="de-DE" i="1"/>
              <a:t> </a:t>
            </a:r>
            <a:r>
              <a:rPr lang="de-DE" i="1" err="1"/>
              <a:t>aims</a:t>
            </a:r>
            <a:r>
              <a:rPr lang="de-DE" i="1"/>
              <a:t> </a:t>
            </a:r>
            <a:r>
              <a:rPr lang="de-DE" i="1" err="1"/>
              <a:t>to</a:t>
            </a:r>
            <a:r>
              <a:rPr lang="de-DE" i="1"/>
              <a:t> </a:t>
            </a:r>
            <a:r>
              <a:rPr lang="de-DE" i="1" err="1"/>
              <a:t>analyze</a:t>
            </a:r>
            <a:r>
              <a:rPr lang="de-DE" i="1"/>
              <a:t> </a:t>
            </a:r>
            <a:r>
              <a:rPr lang="de-DE" i="1" err="1"/>
              <a:t>the</a:t>
            </a:r>
            <a:r>
              <a:rPr lang="de-DE" i="1"/>
              <a:t> </a:t>
            </a:r>
            <a:r>
              <a:rPr lang="de-DE" i="1" err="1"/>
              <a:t>current</a:t>
            </a:r>
            <a:r>
              <a:rPr lang="de-DE" i="1"/>
              <a:t> UX of </a:t>
            </a:r>
            <a:r>
              <a:rPr lang="de-DE" i="1" err="1"/>
              <a:t>Monti’s</a:t>
            </a:r>
            <a:r>
              <a:rPr lang="de-DE" i="1"/>
              <a:t> </a:t>
            </a:r>
            <a:r>
              <a:rPr lang="de-DE" i="1" err="1"/>
              <a:t>medical</a:t>
            </a:r>
            <a:r>
              <a:rPr lang="de-DE" i="1"/>
              <a:t> </a:t>
            </a:r>
            <a:r>
              <a:rPr lang="de-DE" i="1" err="1"/>
              <a:t>dashboard</a:t>
            </a:r>
            <a:r>
              <a:rPr lang="de-DE" i="1"/>
              <a:t> and </a:t>
            </a:r>
            <a:r>
              <a:rPr lang="de-DE" i="1" err="1"/>
              <a:t>identify</a:t>
            </a:r>
            <a:r>
              <a:rPr lang="de-DE" i="1"/>
              <a:t> </a:t>
            </a:r>
            <a:r>
              <a:rPr lang="de-DE" i="1" err="1"/>
              <a:t>usability</a:t>
            </a:r>
            <a:r>
              <a:rPr lang="de-DE" i="1"/>
              <a:t> </a:t>
            </a:r>
            <a:r>
              <a:rPr lang="de-DE" i="1" err="1"/>
              <a:t>issues</a:t>
            </a:r>
            <a:r>
              <a:rPr lang="de-DE" i="1"/>
              <a:t>. </a:t>
            </a:r>
            <a:r>
              <a:rPr lang="de-DE" i="1" err="1"/>
              <a:t>Based</a:t>
            </a:r>
            <a:r>
              <a:rPr lang="de-DE" i="1"/>
              <a:t> on </a:t>
            </a:r>
            <a:r>
              <a:rPr lang="de-DE" i="1" err="1"/>
              <a:t>this</a:t>
            </a:r>
            <a:r>
              <a:rPr lang="de-DE" i="1"/>
              <a:t> </a:t>
            </a:r>
            <a:r>
              <a:rPr lang="de-DE" i="1" err="1"/>
              <a:t>analysis</a:t>
            </a:r>
            <a:r>
              <a:rPr lang="de-DE" i="1"/>
              <a:t>, </a:t>
            </a:r>
            <a:r>
              <a:rPr lang="de-DE" i="1" err="1"/>
              <a:t>we</a:t>
            </a:r>
            <a:r>
              <a:rPr lang="de-DE" i="1"/>
              <a:t> </a:t>
            </a:r>
            <a:r>
              <a:rPr lang="de-DE" i="1" err="1"/>
              <a:t>aim</a:t>
            </a:r>
            <a:r>
              <a:rPr lang="de-DE" i="1"/>
              <a:t> </a:t>
            </a:r>
            <a:r>
              <a:rPr lang="de-DE" i="1" err="1"/>
              <a:t>to</a:t>
            </a:r>
            <a:r>
              <a:rPr lang="de-DE" i="1"/>
              <a:t> </a:t>
            </a:r>
            <a:r>
              <a:rPr lang="de-DE" i="1" err="1"/>
              <a:t>propose</a:t>
            </a:r>
            <a:r>
              <a:rPr lang="de-DE" i="1"/>
              <a:t> </a:t>
            </a:r>
            <a:r>
              <a:rPr lang="de-DE" i="1" err="1"/>
              <a:t>targeted</a:t>
            </a:r>
            <a:r>
              <a:rPr lang="de-DE" i="1"/>
              <a:t> UX </a:t>
            </a:r>
            <a:r>
              <a:rPr lang="de-DE" i="1" err="1"/>
              <a:t>improvements</a:t>
            </a:r>
            <a:r>
              <a:rPr lang="de-DE" i="1"/>
              <a:t> </a:t>
            </a:r>
            <a:r>
              <a:rPr lang="de-DE" i="1" err="1"/>
              <a:t>that</a:t>
            </a:r>
            <a:r>
              <a:rPr lang="de-DE" i="1"/>
              <a:t> </a:t>
            </a:r>
            <a:r>
              <a:rPr lang="de-DE" i="1" err="1"/>
              <a:t>simplify</a:t>
            </a:r>
            <a:r>
              <a:rPr lang="de-DE" i="1"/>
              <a:t> </a:t>
            </a:r>
            <a:r>
              <a:rPr lang="de-DE" i="1" err="1"/>
              <a:t>interaction</a:t>
            </a:r>
            <a:r>
              <a:rPr lang="de-DE" i="1"/>
              <a:t>, </a:t>
            </a:r>
            <a:r>
              <a:rPr lang="de-DE" i="1" err="1"/>
              <a:t>reduce</a:t>
            </a:r>
            <a:r>
              <a:rPr lang="de-DE" i="1"/>
              <a:t> </a:t>
            </a:r>
            <a:r>
              <a:rPr lang="de-DE" i="1" err="1"/>
              <a:t>cognitive</a:t>
            </a:r>
            <a:r>
              <a:rPr lang="de-DE" i="1"/>
              <a:t> </a:t>
            </a:r>
            <a:r>
              <a:rPr lang="de-DE" i="1" err="1"/>
              <a:t>load</a:t>
            </a:r>
            <a:r>
              <a:rPr lang="de-DE" i="1"/>
              <a:t>, and </a:t>
            </a:r>
            <a:r>
              <a:rPr lang="de-DE" i="1" err="1"/>
              <a:t>better</a:t>
            </a:r>
            <a:r>
              <a:rPr lang="de-DE" i="1"/>
              <a:t> support </a:t>
            </a:r>
            <a:r>
              <a:rPr lang="de-DE" i="1" err="1"/>
              <a:t>physicians</a:t>
            </a:r>
            <a:r>
              <a:rPr lang="de-DE" i="1"/>
              <a:t> in </a:t>
            </a:r>
            <a:r>
              <a:rPr lang="de-DE" i="1" err="1"/>
              <a:t>their</a:t>
            </a:r>
            <a:r>
              <a:rPr lang="de-DE" i="1"/>
              <a:t> </a:t>
            </a:r>
            <a:r>
              <a:rPr lang="de-DE" i="1" err="1"/>
              <a:t>voluntary</a:t>
            </a:r>
            <a:r>
              <a:rPr lang="de-DE" i="1"/>
              <a:t> </a:t>
            </a:r>
            <a:r>
              <a:rPr lang="de-DE" i="1" err="1"/>
              <a:t>contribution</a:t>
            </a:r>
            <a:r>
              <a:rPr lang="de-DE" i="1"/>
              <a:t> </a:t>
            </a:r>
            <a:r>
              <a:rPr lang="de-DE" i="1" err="1"/>
              <a:t>to</a:t>
            </a:r>
            <a:r>
              <a:rPr lang="de-DE" i="1"/>
              <a:t> </a:t>
            </a:r>
            <a:r>
              <a:rPr lang="de-DE" i="1" err="1"/>
              <a:t>patient</a:t>
            </a:r>
            <a:r>
              <a:rPr lang="de-DE" i="1"/>
              <a:t> care.</a:t>
            </a:r>
          </a:p>
        </p:txBody>
      </p:sp>
    </p:spTree>
    <p:extLst>
      <p:ext uri="{BB962C8B-B14F-4D97-AF65-F5344CB8AC3E}">
        <p14:creationId xmlns:p14="http://schemas.microsoft.com/office/powerpoint/2010/main" val="3462907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5">
            <a:extLst>
              <a:ext uri="{FF2B5EF4-FFF2-40B4-BE49-F238E27FC236}">
                <a16:creationId xmlns:a16="http://schemas.microsoft.com/office/drawing/2014/main" id="{3D03C716-AEC6-4870-A459-680B59A85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Context</a:t>
            </a:r>
            <a:r>
              <a:rPr lang="de-DE"/>
              <a:t> &amp; </a:t>
            </a:r>
            <a:r>
              <a:rPr lang="de-DE" err="1"/>
              <a:t>use</a:t>
            </a:r>
            <a:r>
              <a:rPr lang="de-DE"/>
              <a:t> </a:t>
            </a:r>
            <a:r>
              <a:rPr lang="de-DE" err="1"/>
              <a:t>case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B106CB-87AB-4E41-8DFD-8F2516A66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5C0E95-B3E3-4BE2-99D9-0EF86A6E2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EB4DEE0C-FEC9-4942-9274-505D13E190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1520" y="1422399"/>
            <a:ext cx="4211792" cy="3492500"/>
          </a:xfrm>
        </p:spPr>
        <p:txBody>
          <a:bodyPr/>
          <a:lstStyle/>
          <a:p>
            <a:r>
              <a:rPr lang="de-DE"/>
              <a:t>A </a:t>
            </a:r>
            <a:r>
              <a:rPr lang="de-DE" err="1"/>
              <a:t>dashboard</a:t>
            </a:r>
            <a:r>
              <a:rPr lang="de-DE"/>
              <a:t> </a:t>
            </a:r>
            <a:r>
              <a:rPr lang="de-DE" err="1"/>
              <a:t>which</a:t>
            </a:r>
            <a:r>
              <a:rPr lang="de-DE"/>
              <a:t> </a:t>
            </a:r>
            <a:r>
              <a:rPr lang="de-DE" err="1"/>
              <a:t>provides</a:t>
            </a:r>
            <a:r>
              <a:rPr lang="de-DE"/>
              <a:t> </a:t>
            </a:r>
            <a:r>
              <a:rPr lang="de-DE" err="1"/>
              <a:t>access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medical</a:t>
            </a:r>
            <a:r>
              <a:rPr lang="de-DE"/>
              <a:t> </a:t>
            </a:r>
            <a:r>
              <a:rPr lang="de-DE" err="1"/>
              <a:t>information</a:t>
            </a:r>
            <a:r>
              <a:rPr lang="de-DE"/>
              <a:t>, but UX design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too</a:t>
            </a:r>
            <a:r>
              <a:rPr lang="de-DE"/>
              <a:t> </a:t>
            </a:r>
            <a:r>
              <a:rPr lang="de-DE" err="1"/>
              <a:t>complex</a:t>
            </a:r>
            <a:r>
              <a:rPr lang="de-DE"/>
              <a:t> and </a:t>
            </a:r>
            <a:r>
              <a:rPr lang="de-DE" err="1"/>
              <a:t>confusing</a:t>
            </a:r>
            <a:endParaRPr lang="de-DE"/>
          </a:p>
          <a:p>
            <a:pPr lvl="1"/>
            <a:r>
              <a:rPr lang="de-DE"/>
              <a:t>Intuitive design and </a:t>
            </a:r>
            <a:r>
              <a:rPr lang="de-DE" err="1"/>
              <a:t>user</a:t>
            </a:r>
            <a:r>
              <a:rPr lang="de-DE"/>
              <a:t> </a:t>
            </a:r>
            <a:r>
              <a:rPr lang="de-DE" err="1"/>
              <a:t>journey</a:t>
            </a:r>
            <a:endParaRPr lang="de-DE"/>
          </a:p>
          <a:p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dashboard’s</a:t>
            </a:r>
            <a:r>
              <a:rPr lang="de-DE"/>
              <a:t> </a:t>
            </a:r>
            <a:r>
              <a:rPr lang="de-DE" err="1"/>
              <a:t>three</a:t>
            </a:r>
            <a:r>
              <a:rPr lang="de-DE"/>
              <a:t>-level </a:t>
            </a:r>
            <a:r>
              <a:rPr lang="de-DE" err="1"/>
              <a:t>navigation</a:t>
            </a:r>
            <a:r>
              <a:rPr lang="de-DE"/>
              <a:t> </a:t>
            </a:r>
            <a:r>
              <a:rPr lang="de-DE" err="1"/>
              <a:t>structure</a:t>
            </a:r>
            <a:endParaRPr lang="de-DE"/>
          </a:p>
          <a:p>
            <a:pPr lvl="1"/>
            <a:r>
              <a:rPr lang="de-DE"/>
              <a:t>User </a:t>
            </a:r>
            <a:r>
              <a:rPr lang="de-DE" err="1"/>
              <a:t>walkthrough</a:t>
            </a:r>
            <a:r>
              <a:rPr lang="de-DE"/>
              <a:t> &amp; </a:t>
            </a:r>
            <a:r>
              <a:rPr lang="de-DE" err="1"/>
              <a:t>accessibility</a:t>
            </a:r>
            <a:endParaRPr lang="de-DE"/>
          </a:p>
          <a:p>
            <a:r>
              <a:rPr lang="de-DE"/>
              <a:t>Shift </a:t>
            </a:r>
            <a:r>
              <a:rPr lang="de-DE" err="1"/>
              <a:t>from</a:t>
            </a:r>
            <a:r>
              <a:rPr lang="de-DE"/>
              <a:t> feature </a:t>
            </a:r>
            <a:r>
              <a:rPr lang="de-DE" err="1"/>
              <a:t>overload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meaningful</a:t>
            </a:r>
            <a:r>
              <a:rPr lang="de-DE"/>
              <a:t> </a:t>
            </a:r>
            <a:r>
              <a:rPr lang="de-DE" err="1"/>
              <a:t>usability</a:t>
            </a:r>
            <a:endParaRPr lang="de-DE"/>
          </a:p>
          <a:p>
            <a:pPr lvl="1"/>
            <a:r>
              <a:rPr lang="de-DE"/>
              <a:t>User support </a:t>
            </a:r>
            <a:r>
              <a:rPr lang="de-DE" err="1"/>
              <a:t>through</a:t>
            </a:r>
            <a:r>
              <a:rPr lang="de-DE"/>
              <a:t> </a:t>
            </a:r>
            <a:r>
              <a:rPr lang="de-DE" err="1"/>
              <a:t>clear</a:t>
            </a:r>
            <a:r>
              <a:rPr lang="de-DE"/>
              <a:t> </a:t>
            </a:r>
            <a:r>
              <a:rPr lang="de-DE" err="1"/>
              <a:t>structure</a:t>
            </a:r>
            <a:r>
              <a:rPr lang="de-DE"/>
              <a:t> and </a:t>
            </a:r>
            <a:r>
              <a:rPr lang="de-DE" err="1"/>
              <a:t>interaction</a:t>
            </a:r>
            <a:r>
              <a:rPr lang="de-DE"/>
              <a:t> </a:t>
            </a:r>
            <a:r>
              <a:rPr lang="de-DE" err="1"/>
              <a:t>tools</a:t>
            </a:r>
            <a:endParaRPr lang="de-DE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04A2E8F3-90B4-40C6-A0B2-BBD7026834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err="1"/>
              <a:t>Unclear</a:t>
            </a:r>
            <a:r>
              <a:rPr lang="de-DE"/>
              <a:t> color-</a:t>
            </a:r>
            <a:r>
              <a:rPr lang="de-DE" err="1"/>
              <a:t>coding</a:t>
            </a:r>
            <a:r>
              <a:rPr lang="de-DE"/>
              <a:t> </a:t>
            </a:r>
            <a:r>
              <a:rPr lang="de-DE" err="1"/>
              <a:t>makes</a:t>
            </a:r>
            <a:r>
              <a:rPr lang="de-DE"/>
              <a:t> </a:t>
            </a:r>
            <a:r>
              <a:rPr lang="de-DE" err="1"/>
              <a:t>data</a:t>
            </a:r>
            <a:r>
              <a:rPr lang="de-DE"/>
              <a:t> </a:t>
            </a:r>
            <a:r>
              <a:rPr lang="de-DE" err="1"/>
              <a:t>completeness</a:t>
            </a:r>
            <a:r>
              <a:rPr lang="de-DE"/>
              <a:t> </a:t>
            </a:r>
            <a:r>
              <a:rPr lang="de-DE" err="1"/>
              <a:t>hard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understand</a:t>
            </a:r>
            <a:endParaRPr lang="de-DE"/>
          </a:p>
          <a:p>
            <a:r>
              <a:rPr lang="de-DE" err="1"/>
              <a:t>Missing</a:t>
            </a:r>
            <a:r>
              <a:rPr lang="de-DE"/>
              <a:t> </a:t>
            </a:r>
            <a:r>
              <a:rPr lang="de-DE" err="1"/>
              <a:t>overview</a:t>
            </a:r>
            <a:endParaRPr lang="de-DE"/>
          </a:p>
          <a:p>
            <a:pPr lvl="1"/>
            <a:r>
              <a:rPr lang="de-DE" err="1"/>
              <a:t>calendars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limited </a:t>
            </a:r>
            <a:r>
              <a:rPr lang="de-DE" err="1"/>
              <a:t>to</a:t>
            </a:r>
            <a:r>
              <a:rPr lang="de-DE"/>
              <a:t> individual </a:t>
            </a:r>
            <a:r>
              <a:rPr lang="de-DE" err="1"/>
              <a:t>patients</a:t>
            </a:r>
            <a:endParaRPr lang="de-DE"/>
          </a:p>
          <a:p>
            <a:r>
              <a:rPr lang="de-DE"/>
              <a:t>High </a:t>
            </a:r>
            <a:r>
              <a:rPr lang="de-DE" err="1"/>
              <a:t>cognitive</a:t>
            </a:r>
            <a:r>
              <a:rPr lang="de-DE"/>
              <a:t> </a:t>
            </a:r>
            <a:r>
              <a:rPr lang="de-DE" err="1"/>
              <a:t>effort</a:t>
            </a:r>
            <a:endParaRPr lang="de-DE"/>
          </a:p>
          <a:p>
            <a:pPr lvl="1"/>
            <a:r>
              <a:rPr lang="de-DE" err="1"/>
              <a:t>unstructured</a:t>
            </a:r>
            <a:r>
              <a:rPr lang="de-DE"/>
              <a:t> and </a:t>
            </a:r>
            <a:r>
              <a:rPr lang="de-DE" err="1"/>
              <a:t>complex</a:t>
            </a:r>
            <a:r>
              <a:rPr lang="de-DE"/>
              <a:t> </a:t>
            </a:r>
            <a:r>
              <a:rPr lang="de-DE" err="1"/>
              <a:t>information</a:t>
            </a:r>
            <a:endParaRPr lang="de-DE"/>
          </a:p>
          <a:p>
            <a:r>
              <a:rPr lang="de-DE" err="1"/>
              <a:t>Voluntary</a:t>
            </a:r>
            <a:r>
              <a:rPr lang="de-DE"/>
              <a:t> </a:t>
            </a:r>
            <a:r>
              <a:rPr lang="de-DE" err="1"/>
              <a:t>medical</a:t>
            </a:r>
            <a:r>
              <a:rPr lang="de-DE"/>
              <a:t> </a:t>
            </a:r>
            <a:r>
              <a:rPr lang="de-DE" err="1"/>
              <a:t>work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complicated</a:t>
            </a:r>
            <a:r>
              <a:rPr lang="de-DE"/>
              <a:t> </a:t>
            </a:r>
            <a:r>
              <a:rPr lang="de-DE" err="1"/>
              <a:t>instead</a:t>
            </a:r>
            <a:r>
              <a:rPr lang="de-DE"/>
              <a:t> of </a:t>
            </a:r>
            <a:r>
              <a:rPr lang="de-DE" err="1"/>
              <a:t>supported</a:t>
            </a:r>
            <a:endParaRPr lang="de-DE"/>
          </a:p>
          <a:p>
            <a:r>
              <a:rPr lang="de-DE" err="1"/>
              <a:t>Questionnaire</a:t>
            </a:r>
            <a:r>
              <a:rPr lang="de-DE"/>
              <a:t> </a:t>
            </a:r>
            <a:r>
              <a:rPr lang="de-DE" err="1"/>
              <a:t>creation</a:t>
            </a:r>
            <a:endParaRPr lang="de-DE"/>
          </a:p>
          <a:p>
            <a:pPr lvl="1"/>
            <a:r>
              <a:rPr lang="de-DE" err="1"/>
              <a:t>unintuitive</a:t>
            </a:r>
            <a:r>
              <a:rPr lang="de-DE"/>
              <a:t> and </a:t>
            </a:r>
            <a:r>
              <a:rPr lang="de-DE" err="1"/>
              <a:t>difficult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manage</a:t>
            </a:r>
          </a:p>
          <a:p>
            <a:r>
              <a:rPr lang="de-DE"/>
              <a:t>Data </a:t>
            </a:r>
            <a:r>
              <a:rPr lang="de-DE" err="1"/>
              <a:t>presentation</a:t>
            </a:r>
            <a:r>
              <a:rPr lang="de-DE"/>
              <a:t> in </a:t>
            </a:r>
            <a:r>
              <a:rPr lang="de-DE" err="1"/>
              <a:t>raw</a:t>
            </a:r>
            <a:r>
              <a:rPr lang="de-DE"/>
              <a:t> JSON</a:t>
            </a:r>
          </a:p>
          <a:p>
            <a:pPr lvl="1"/>
            <a:r>
              <a:rPr lang="de-DE"/>
              <a:t>limited </a:t>
            </a:r>
            <a:r>
              <a:rPr lang="de-DE" err="1"/>
              <a:t>accessibility</a:t>
            </a:r>
            <a:r>
              <a:rPr lang="de-DE"/>
              <a:t> and </a:t>
            </a:r>
            <a:r>
              <a:rPr lang="de-DE" err="1"/>
              <a:t>understanding</a:t>
            </a:r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ABF720D-63E9-9747-AC0E-4AE32F5C6C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err="1"/>
              <a:t>What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UX design </a:t>
            </a:r>
            <a:r>
              <a:rPr lang="de-DE" err="1"/>
              <a:t>challenge</a:t>
            </a:r>
            <a:r>
              <a:rPr lang="de-DE"/>
              <a:t> ?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AB6A7B20-B053-8D4F-9A3D-0A918CE944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err="1"/>
              <a:t>What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main</a:t>
            </a:r>
            <a:r>
              <a:rPr lang="de-DE"/>
              <a:t> </a:t>
            </a:r>
            <a:r>
              <a:rPr lang="de-DE" err="1"/>
              <a:t>problems</a:t>
            </a:r>
            <a:r>
              <a:rPr lang="de-DE"/>
              <a:t> ?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5970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3E7CC7E7-5D30-4E2D-B6F5-736959D5E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Approach &amp; </a:t>
            </a:r>
            <a:r>
              <a:rPr lang="de-DE" err="1"/>
              <a:t>methods</a:t>
            </a:r>
            <a:endParaRPr lang="de-DE" sz="210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529A769-BAE1-4BEC-B985-7B930AAB3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5</a:t>
            </a:r>
          </a:p>
        </p:txBody>
      </p:sp>
      <p:sp>
        <p:nvSpPr>
          <p:cNvPr id="3" name="Rectangle 62">
            <a:extLst>
              <a:ext uri="{FF2B5EF4-FFF2-40B4-BE49-F238E27FC236}">
                <a16:creationId xmlns:a16="http://schemas.microsoft.com/office/drawing/2014/main" id="{24C770D6-62A3-2FED-0A70-066308EE3556}"/>
              </a:ext>
            </a:extLst>
          </p:cNvPr>
          <p:cNvSpPr/>
          <p:nvPr>
            <p:custDataLst>
              <p:tags r:id="rId1"/>
            </p:custDataLst>
          </p:nvPr>
        </p:nvSpPr>
        <p:spPr bwMode="gray">
          <a:xfrm>
            <a:off x="1593552" y="1206773"/>
            <a:ext cx="1782307" cy="288000"/>
          </a:xfrm>
          <a:prstGeom prst="rect">
            <a:avLst/>
          </a:prstGeom>
          <a:solidFill>
            <a:srgbClr val="006A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0" rIns="90000" bIns="0" rtlCol="0" anchor="ctr"/>
          <a:lstStyle/>
          <a:p>
            <a:pPr lvl="0" defTabSz="685983">
              <a:defRPr/>
            </a:pPr>
            <a:r>
              <a:rPr lang="de-DE" sz="1200"/>
              <a:t>User </a:t>
            </a:r>
            <a:r>
              <a:rPr lang="de-DE" sz="1200" err="1"/>
              <a:t>journey</a:t>
            </a:r>
            <a:r>
              <a:rPr lang="de-DE" sz="1200"/>
              <a:t> </a:t>
            </a:r>
            <a:r>
              <a:rPr lang="de-DE" sz="1200" err="1"/>
              <a:t>mapping</a:t>
            </a:r>
            <a:r>
              <a:rPr lang="de-DE" sz="1200"/>
              <a:t> </a:t>
            </a:r>
            <a:endParaRPr kumimoji="0" lang="de-DE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9" name="Rectangle 34">
            <a:extLst>
              <a:ext uri="{FF2B5EF4-FFF2-40B4-BE49-F238E27FC236}">
                <a16:creationId xmlns:a16="http://schemas.microsoft.com/office/drawing/2014/main" id="{78814336-0CF8-357D-2798-ACCF750B9250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1593554" y="1572079"/>
            <a:ext cx="1576352" cy="1395116"/>
          </a:xfrm>
          <a:prstGeom prst="rect">
            <a:avLst/>
          </a:prstGeom>
          <a:noFill/>
        </p:spPr>
        <p:txBody>
          <a:bodyPr lIns="0" tIns="46800" rIns="0" bIns="0" anchor="t">
            <a:noAutofit/>
          </a:bodyPr>
          <a:lstStyle/>
          <a:p>
            <a:pPr marL="172800" lvl="0" indent="-172800" defTabSz="685800">
              <a:spcBef>
                <a:spcPts val="300"/>
              </a:spcBef>
              <a:buClr>
                <a:srgbClr val="006AB3"/>
              </a:buClr>
              <a:buFont typeface="Wingdings" pitchFamily="2" charset="2"/>
              <a:buChar char="§"/>
              <a:defRPr/>
            </a:pPr>
            <a:r>
              <a:rPr lang="en-US" sz="1100">
                <a:cs typeface="RWE Sans" panose="020B0504020101010102" pitchFamily="34" charset="0"/>
              </a:rPr>
              <a:t>Step-by-step visualization of the user’s workflow</a:t>
            </a:r>
          </a:p>
          <a:p>
            <a:pPr marL="172800" lvl="0" indent="-172800" defTabSz="685800">
              <a:spcBef>
                <a:spcPts val="300"/>
              </a:spcBef>
              <a:buClr>
                <a:srgbClr val="006AB3"/>
              </a:buClr>
              <a:buFont typeface="Wingdings" pitchFamily="2" charset="2"/>
              <a:buChar char="§"/>
              <a:defRPr/>
            </a:pPr>
            <a:r>
              <a:rPr lang="en-US" sz="1100">
                <a:cs typeface="RWE Sans" panose="020B0504020101010102" pitchFamily="34" charset="0"/>
              </a:rPr>
              <a:t>Maps out key interactions and pain points</a:t>
            </a:r>
          </a:p>
        </p:txBody>
      </p:sp>
      <p:cxnSp>
        <p:nvCxnSpPr>
          <p:cNvPr id="23" name="Straight Connector 54">
            <a:extLst>
              <a:ext uri="{FF2B5EF4-FFF2-40B4-BE49-F238E27FC236}">
                <a16:creationId xmlns:a16="http://schemas.microsoft.com/office/drawing/2014/main" id="{0FB3B012-ACC8-06B3-49E9-85F8EC6DA667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gray">
          <a:xfrm>
            <a:off x="395536" y="3035701"/>
            <a:ext cx="8015758" cy="0"/>
          </a:xfrm>
          <a:prstGeom prst="line">
            <a:avLst/>
          </a:prstGeom>
          <a:noFill/>
          <a:ln w="6350" cap="flat" cmpd="sng" algn="ctr">
            <a:solidFill>
              <a:srgbClr val="ADAFB1"/>
            </a:solidFill>
            <a:prstDash val="solid"/>
            <a:miter lim="800000"/>
          </a:ln>
          <a:effectLst/>
        </p:spPr>
      </p:cxnSp>
      <p:sp>
        <p:nvSpPr>
          <p:cNvPr id="29" name="Rectangle 34">
            <a:extLst>
              <a:ext uri="{FF2B5EF4-FFF2-40B4-BE49-F238E27FC236}">
                <a16:creationId xmlns:a16="http://schemas.microsoft.com/office/drawing/2014/main" id="{365335C1-6FF1-2706-878D-1B90E47D0FD9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2074567" y="2531143"/>
            <a:ext cx="2409627" cy="792000"/>
          </a:xfrm>
          <a:prstGeom prst="rect">
            <a:avLst/>
          </a:prstGeom>
          <a:noFill/>
        </p:spPr>
        <p:txBody>
          <a:bodyPr lIns="0" tIns="46800" rIns="0" bIns="0" anchor="t">
            <a:noAutofit/>
          </a:bodyPr>
          <a:lstStyle/>
          <a:p>
            <a:pPr marL="172800" marR="0" lvl="0" indent="-172800" algn="l" defTabSz="6858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6AB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100">
              <a:solidFill>
                <a:srgbClr val="006AB3"/>
              </a:solidFill>
              <a:cs typeface="RWE Sans" panose="020B0504020101010102" pitchFamily="34" charset="0"/>
            </a:endParaRPr>
          </a:p>
        </p:txBody>
      </p:sp>
      <p:sp>
        <p:nvSpPr>
          <p:cNvPr id="10" name="Rectangle 62">
            <a:extLst>
              <a:ext uri="{FF2B5EF4-FFF2-40B4-BE49-F238E27FC236}">
                <a16:creationId xmlns:a16="http://schemas.microsoft.com/office/drawing/2014/main" id="{26E6AED3-1094-D30E-D892-D42B5FAC6035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3350588" y="1206773"/>
            <a:ext cx="1859255" cy="288000"/>
          </a:xfrm>
          <a:prstGeom prst="rect">
            <a:avLst/>
          </a:prstGeom>
          <a:solidFill>
            <a:srgbClr val="006A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0" rIns="90000" bIns="0" rtlCol="0" anchor="ctr"/>
          <a:lstStyle/>
          <a:p>
            <a:pPr lvl="0" defTabSz="685983">
              <a:defRPr/>
            </a:pPr>
            <a:r>
              <a:rPr lang="de-DE" sz="1200"/>
              <a:t>User Interviews </a:t>
            </a:r>
            <a:endParaRPr kumimoji="0" lang="de-DE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" name="Rectangle 62">
            <a:extLst>
              <a:ext uri="{FF2B5EF4-FFF2-40B4-BE49-F238E27FC236}">
                <a16:creationId xmlns:a16="http://schemas.microsoft.com/office/drawing/2014/main" id="{204B2615-7216-A504-0EC9-BC844E07BDE4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5106936" y="1206773"/>
            <a:ext cx="1830165" cy="288000"/>
          </a:xfrm>
          <a:prstGeom prst="rect">
            <a:avLst/>
          </a:prstGeom>
          <a:solidFill>
            <a:srgbClr val="006A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0" rIns="90000" bIns="0" rtlCol="0" anchor="ctr"/>
          <a:lstStyle/>
          <a:p>
            <a:pPr lvl="0" defTabSz="685983">
              <a:defRPr/>
            </a:pPr>
            <a:r>
              <a:rPr lang="de-DE" sz="1200" err="1"/>
              <a:t>Prototyping</a:t>
            </a:r>
            <a:endParaRPr kumimoji="0" lang="de-DE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6" name="Rectangle 62">
            <a:extLst>
              <a:ext uri="{FF2B5EF4-FFF2-40B4-BE49-F238E27FC236}">
                <a16:creationId xmlns:a16="http://schemas.microsoft.com/office/drawing/2014/main" id="{68BD5D4F-2A68-4F63-E151-E3F43C92ED5E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6864293" y="1206773"/>
            <a:ext cx="1835014" cy="288000"/>
          </a:xfrm>
          <a:prstGeom prst="rect">
            <a:avLst/>
          </a:prstGeom>
          <a:solidFill>
            <a:srgbClr val="006A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0" rIns="90000" bIns="0" rtlCol="0" anchor="ctr"/>
          <a:lstStyle/>
          <a:p>
            <a:pPr marL="0" marR="0" lvl="0" indent="0" algn="l" defTabSz="6859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A/B </a:t>
            </a:r>
            <a:r>
              <a:rPr kumimoji="0" lang="de-DE" sz="120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testing</a:t>
            </a:r>
            <a:endParaRPr kumimoji="0" lang="de-DE" sz="12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2" name="Objektbereich">
            <a:extLst>
              <a:ext uri="{FF2B5EF4-FFF2-40B4-BE49-F238E27FC236}">
                <a16:creationId xmlns:a16="http://schemas.microsoft.com/office/drawing/2014/main" id="{90720307-25B8-ECE8-A48C-F86A38CC40F9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618846" y="1592294"/>
            <a:ext cx="863562" cy="1395116"/>
          </a:xfrm>
          <a:prstGeom prst="rect">
            <a:avLst/>
          </a:prstGeom>
          <a:pattFill prst="zigZag">
            <a:fgClr>
              <a:sysClr val="window" lastClr="FFFFFF"/>
            </a:fgClr>
            <a:bgClr>
              <a:srgbClr val="E8E8E4"/>
            </a:bgClr>
          </a:pattFill>
          <a:ln w="9525" algn="ctr">
            <a:noFill/>
            <a:miter lim="800000"/>
            <a:headEnd/>
            <a:tailEnd/>
          </a:ln>
          <a:effectLst/>
        </p:spPr>
        <p:txBody>
          <a:bodyPr wrap="square" lIns="90000" tIns="46800" rIns="90000" bIns="0" anchor="t">
            <a:noAutofit/>
          </a:bodyPr>
          <a:lstStyle/>
          <a:p>
            <a:pPr lvl="0" defTabSz="893616">
              <a:buClr>
                <a:srgbClr val="F21C0A"/>
              </a:buClr>
              <a:defRPr/>
            </a:pPr>
            <a:r>
              <a:rPr lang="de-DE" sz="1200" b="1">
                <a:solidFill>
                  <a:srgbClr val="006AB3"/>
                </a:solidFill>
              </a:rPr>
              <a:t>General </a:t>
            </a:r>
            <a:r>
              <a:rPr lang="de-DE" sz="1200" b="1" err="1">
                <a:solidFill>
                  <a:srgbClr val="006AB3"/>
                </a:solidFill>
              </a:rPr>
              <a:t>method</a:t>
            </a:r>
            <a:endParaRPr kumimoji="0" lang="de-DE" sz="1200" b="1" i="0" u="none" strike="noStrike" kern="0" cap="none" spc="0" normalizeH="0" baseline="0" noProof="0">
              <a:ln>
                <a:noFill/>
              </a:ln>
              <a:solidFill>
                <a:srgbClr val="006AB3"/>
              </a:solidFill>
              <a:effectLst/>
              <a:uLnTx/>
              <a:uFillTx/>
              <a:latin typeface="+mj-lt"/>
              <a:cs typeface="RWE Sans" panose="020B0504020101010102" pitchFamily="34" charset="0"/>
            </a:endParaRPr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7B2D63BB-297E-026B-DA8A-73907AA7B07E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408127" y="1591774"/>
            <a:ext cx="180000" cy="1395117"/>
          </a:xfrm>
          <a:prstGeom prst="rect">
            <a:avLst/>
          </a:prstGeom>
          <a:solidFill>
            <a:srgbClr val="006A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marL="0" marR="0" lvl="0" indent="0" algn="ctr" defTabSz="6859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WE Sans"/>
              <a:ea typeface="+mn-ea"/>
              <a:cs typeface="+mn-cs"/>
            </a:endParaRPr>
          </a:p>
        </p:txBody>
      </p:sp>
      <p:sp>
        <p:nvSpPr>
          <p:cNvPr id="30" name="Objektbereich">
            <a:extLst>
              <a:ext uri="{FF2B5EF4-FFF2-40B4-BE49-F238E27FC236}">
                <a16:creationId xmlns:a16="http://schemas.microsoft.com/office/drawing/2014/main" id="{F4633AA4-6B6B-CEAC-3174-2A292AAD42A3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gray">
          <a:xfrm>
            <a:off x="618846" y="3084512"/>
            <a:ext cx="863562" cy="1395116"/>
          </a:xfrm>
          <a:prstGeom prst="rect">
            <a:avLst/>
          </a:prstGeom>
          <a:pattFill prst="zigZag">
            <a:fgClr>
              <a:sysClr val="window" lastClr="FFFFFF"/>
            </a:fgClr>
            <a:bgClr>
              <a:srgbClr val="E8E8E4"/>
            </a:bgClr>
          </a:pattFill>
          <a:ln w="9525" algn="ctr">
            <a:noFill/>
            <a:miter lim="800000"/>
            <a:headEnd/>
            <a:tailEnd/>
          </a:ln>
          <a:effectLst/>
        </p:spPr>
        <p:txBody>
          <a:bodyPr wrap="square" lIns="90000" tIns="46800" rIns="90000" bIns="0" anchor="t">
            <a:noAutofit/>
          </a:bodyPr>
          <a:lstStyle/>
          <a:p>
            <a:pPr lvl="0" defTabSz="893616">
              <a:buClr>
                <a:srgbClr val="F21C0A"/>
              </a:buClr>
              <a:defRPr/>
            </a:pPr>
            <a:r>
              <a:rPr lang="de-DE" sz="1200" b="1">
                <a:solidFill>
                  <a:srgbClr val="006AB3"/>
                </a:solidFill>
              </a:rPr>
              <a:t>Our </a:t>
            </a:r>
            <a:r>
              <a:rPr lang="de-DE" sz="1200" b="1" err="1">
                <a:solidFill>
                  <a:srgbClr val="006AB3"/>
                </a:solidFill>
              </a:rPr>
              <a:t>usage</a:t>
            </a:r>
            <a:endParaRPr kumimoji="0" lang="de-DE" sz="1200" b="1" i="0" u="none" strike="noStrike" kern="0" cap="none" spc="0" normalizeH="0" baseline="0" noProof="0">
              <a:ln>
                <a:noFill/>
              </a:ln>
              <a:solidFill>
                <a:srgbClr val="006AB3"/>
              </a:solidFill>
              <a:effectLst/>
              <a:uLnTx/>
              <a:uFillTx/>
              <a:latin typeface="+mj-lt"/>
              <a:cs typeface="RWE Sans" panose="020B0504020101010102" pitchFamily="34" charset="0"/>
            </a:endParaRPr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CEE2878A-308D-6536-4551-1C8718F5D2EC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408127" y="3084512"/>
            <a:ext cx="180000" cy="1395117"/>
          </a:xfrm>
          <a:prstGeom prst="rect">
            <a:avLst/>
          </a:prstGeom>
          <a:solidFill>
            <a:srgbClr val="006A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marL="0" marR="0" lvl="0" indent="0" algn="ctr" defTabSz="6859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WE Sans"/>
              <a:ea typeface="+mn-ea"/>
              <a:cs typeface="+mn-cs"/>
            </a:endParaRPr>
          </a:p>
        </p:txBody>
      </p:sp>
      <p:pic>
        <p:nvPicPr>
          <p:cNvPr id="8" name="Graphic 80">
            <a:extLst>
              <a:ext uri="{FF2B5EF4-FFF2-40B4-BE49-F238E27FC236}">
                <a16:creationId xmlns:a16="http://schemas.microsoft.com/office/drawing/2014/main" id="{CDCABE14-6541-1611-DEE7-988DE20B6911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gray">
          <a:xfrm>
            <a:off x="1212839" y="2699658"/>
            <a:ext cx="237382" cy="237382"/>
          </a:xfrm>
          <a:prstGeom prst="rect">
            <a:avLst/>
          </a:prstGeom>
        </p:spPr>
      </p:pic>
      <p:pic>
        <p:nvPicPr>
          <p:cNvPr id="7" name="Graphic 86">
            <a:extLst>
              <a:ext uri="{FF2B5EF4-FFF2-40B4-BE49-F238E27FC236}">
                <a16:creationId xmlns:a16="http://schemas.microsoft.com/office/drawing/2014/main" id="{38A90416-094B-BD71-03EA-A3B3211EBDD0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 bwMode="gray">
          <a:xfrm>
            <a:off x="1208060" y="4187829"/>
            <a:ext cx="237600" cy="237600"/>
          </a:xfrm>
          <a:prstGeom prst="rect">
            <a:avLst/>
          </a:prstGeom>
        </p:spPr>
      </p:pic>
      <p:sp>
        <p:nvSpPr>
          <p:cNvPr id="39" name="Rectangle 34">
            <a:extLst>
              <a:ext uri="{FF2B5EF4-FFF2-40B4-BE49-F238E27FC236}">
                <a16:creationId xmlns:a16="http://schemas.microsoft.com/office/drawing/2014/main" id="{8E4A361F-3D40-DFAC-041E-0E6DC34B4F41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gray">
          <a:xfrm>
            <a:off x="3350588" y="1560298"/>
            <a:ext cx="1606066" cy="1395116"/>
          </a:xfrm>
          <a:prstGeom prst="rect">
            <a:avLst/>
          </a:prstGeom>
          <a:noFill/>
        </p:spPr>
        <p:txBody>
          <a:bodyPr lIns="0" tIns="46800" rIns="0" bIns="0" anchor="t">
            <a:noAutofit/>
          </a:bodyPr>
          <a:lstStyle/>
          <a:p>
            <a:pPr marL="172800" lvl="0" indent="-172800" defTabSz="685800">
              <a:spcBef>
                <a:spcPts val="300"/>
              </a:spcBef>
              <a:buClr>
                <a:srgbClr val="006AB3"/>
              </a:buClr>
              <a:buFont typeface="Wingdings" pitchFamily="2" charset="2"/>
              <a:buChar char="§"/>
              <a:defRPr/>
            </a:pPr>
            <a:r>
              <a:rPr lang="en-US" sz="1100">
                <a:cs typeface="RWE Sans" panose="020B0504020101010102" pitchFamily="34" charset="0"/>
              </a:rPr>
              <a:t>Direct conversation with founders and end-users</a:t>
            </a:r>
          </a:p>
          <a:p>
            <a:pPr marL="172800" lvl="0" indent="-172800" defTabSz="685800">
              <a:spcBef>
                <a:spcPts val="300"/>
              </a:spcBef>
              <a:buClr>
                <a:srgbClr val="006AB3"/>
              </a:buClr>
              <a:buFont typeface="Wingdings" pitchFamily="2" charset="2"/>
              <a:buChar char="§"/>
              <a:defRPr/>
            </a:pPr>
            <a:r>
              <a:rPr lang="de-DE" sz="1100" err="1"/>
              <a:t>Uncover</a:t>
            </a:r>
            <a:r>
              <a:rPr lang="de-DE" sz="1100"/>
              <a:t> </a:t>
            </a:r>
            <a:r>
              <a:rPr lang="de-DE" sz="1100" err="1"/>
              <a:t>needs</a:t>
            </a:r>
            <a:r>
              <a:rPr lang="de-DE" sz="1100"/>
              <a:t>, </a:t>
            </a:r>
            <a:r>
              <a:rPr lang="de-DE" sz="1100" err="1"/>
              <a:t>frustrations</a:t>
            </a:r>
            <a:r>
              <a:rPr lang="de-DE" sz="1100"/>
              <a:t>, and </a:t>
            </a:r>
            <a:r>
              <a:rPr lang="de-DE" sz="1100" err="1"/>
              <a:t>current</a:t>
            </a:r>
            <a:r>
              <a:rPr lang="de-DE" sz="1100"/>
              <a:t> </a:t>
            </a:r>
            <a:r>
              <a:rPr lang="de-DE" sz="1100" err="1"/>
              <a:t>workflows</a:t>
            </a:r>
            <a:endParaRPr lang="en-US" sz="1100">
              <a:cs typeface="RWE Sans" panose="020B0504020101010102" pitchFamily="34" charset="0"/>
            </a:endParaRPr>
          </a:p>
        </p:txBody>
      </p:sp>
      <p:sp>
        <p:nvSpPr>
          <p:cNvPr id="43" name="Rectangle 34">
            <a:extLst>
              <a:ext uri="{FF2B5EF4-FFF2-40B4-BE49-F238E27FC236}">
                <a16:creationId xmlns:a16="http://schemas.microsoft.com/office/drawing/2014/main" id="{57B0CDB4-6349-1ED5-A341-5F662368A1C2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gray">
          <a:xfrm>
            <a:off x="6864656" y="1568167"/>
            <a:ext cx="1546638" cy="1395116"/>
          </a:xfrm>
          <a:prstGeom prst="rect">
            <a:avLst/>
          </a:prstGeom>
          <a:noFill/>
        </p:spPr>
        <p:txBody>
          <a:bodyPr lIns="0" tIns="46800" rIns="0" bIns="0" anchor="t">
            <a:noAutofit/>
          </a:bodyPr>
          <a:lstStyle/>
          <a:p>
            <a:pPr marL="172800" lvl="0" indent="-172800" defTabSz="685800">
              <a:spcBef>
                <a:spcPts val="300"/>
              </a:spcBef>
              <a:buClr>
                <a:srgbClr val="006AB3"/>
              </a:buClr>
              <a:buFont typeface="Wingdings" pitchFamily="2" charset="2"/>
              <a:buChar char="§"/>
              <a:defRPr/>
            </a:pPr>
            <a:r>
              <a:rPr lang="en-US" sz="1100">
                <a:cs typeface="RWE Sans" panose="020B0504020101010102" pitchFamily="34" charset="0"/>
              </a:rPr>
              <a:t>Compare two design variants with real users</a:t>
            </a:r>
          </a:p>
          <a:p>
            <a:pPr marL="172800" lvl="0" indent="-172800" defTabSz="685800">
              <a:spcBef>
                <a:spcPts val="300"/>
              </a:spcBef>
              <a:buClr>
                <a:srgbClr val="006AB3"/>
              </a:buClr>
              <a:buFont typeface="Wingdings" pitchFamily="2" charset="2"/>
              <a:buChar char="§"/>
              <a:defRPr/>
            </a:pPr>
            <a:r>
              <a:rPr lang="de-DE" sz="1100"/>
              <a:t>Quantitative </a:t>
            </a:r>
            <a:r>
              <a:rPr lang="de-DE" sz="1100" err="1"/>
              <a:t>measurement</a:t>
            </a:r>
            <a:r>
              <a:rPr lang="de-DE" sz="1100"/>
              <a:t> of </a:t>
            </a:r>
            <a:r>
              <a:rPr lang="de-DE" sz="1100" err="1"/>
              <a:t>user</a:t>
            </a:r>
            <a:r>
              <a:rPr lang="de-DE" sz="1100"/>
              <a:t> </a:t>
            </a:r>
            <a:r>
              <a:rPr lang="de-DE" sz="1100" err="1"/>
              <a:t>success</a:t>
            </a:r>
            <a:r>
              <a:rPr lang="de-DE" sz="1100"/>
              <a:t> </a:t>
            </a:r>
            <a:r>
              <a:rPr lang="de-DE" sz="1100" err="1"/>
              <a:t>rates</a:t>
            </a:r>
            <a:endParaRPr lang="en-US" sz="1100">
              <a:cs typeface="RWE Sans" panose="020B0504020101010102" pitchFamily="34" charset="0"/>
            </a:endParaRPr>
          </a:p>
        </p:txBody>
      </p:sp>
      <p:sp>
        <p:nvSpPr>
          <p:cNvPr id="48" name="Rectangle 34">
            <a:extLst>
              <a:ext uri="{FF2B5EF4-FFF2-40B4-BE49-F238E27FC236}">
                <a16:creationId xmlns:a16="http://schemas.microsoft.com/office/drawing/2014/main" id="{3FD76CC3-363C-98DD-1E9A-295C2077962E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gray">
          <a:xfrm>
            <a:off x="1593554" y="3084512"/>
            <a:ext cx="1576352" cy="1395116"/>
          </a:xfrm>
          <a:prstGeom prst="rect">
            <a:avLst/>
          </a:prstGeom>
          <a:noFill/>
        </p:spPr>
        <p:txBody>
          <a:bodyPr lIns="0" tIns="46800" rIns="0" bIns="0" anchor="t">
            <a:noAutofit/>
          </a:bodyPr>
          <a:lstStyle/>
          <a:p>
            <a:pPr marL="171450" lvl="0" indent="-171450" defTabSz="685800">
              <a:spcBef>
                <a:spcPts val="300"/>
              </a:spcBef>
              <a:buClr>
                <a:srgbClr val="006AB3"/>
              </a:buClr>
              <a:buFont typeface="Wingdings" pitchFamily="2" charset="2"/>
              <a:buChar char="§"/>
              <a:defRPr/>
            </a:pPr>
            <a:r>
              <a:rPr lang="en-US" sz="1100">
                <a:cs typeface="RWE Sans" panose="020B0504020101010102" pitchFamily="34" charset="0"/>
              </a:rPr>
              <a:t>”We became the doctor”– used the dashboard as they would</a:t>
            </a:r>
          </a:p>
          <a:p>
            <a:pPr marL="171450" lvl="0" indent="-171450" defTabSz="685800">
              <a:spcBef>
                <a:spcPts val="300"/>
              </a:spcBef>
              <a:buClr>
                <a:srgbClr val="006AB3"/>
              </a:buClr>
              <a:buFont typeface="Wingdings" pitchFamily="2" charset="2"/>
              <a:buChar char="§"/>
              <a:defRPr/>
            </a:pPr>
            <a:r>
              <a:rPr lang="de-DE" sz="1100" err="1"/>
              <a:t>Clicked</a:t>
            </a:r>
            <a:r>
              <a:rPr lang="de-DE" sz="1100"/>
              <a:t> </a:t>
            </a:r>
            <a:r>
              <a:rPr lang="de-DE" sz="1100" err="1"/>
              <a:t>through</a:t>
            </a:r>
            <a:r>
              <a:rPr lang="de-DE" sz="1100"/>
              <a:t> real </a:t>
            </a:r>
            <a:r>
              <a:rPr lang="de-DE" sz="1100" err="1"/>
              <a:t>scenarios</a:t>
            </a:r>
            <a:endParaRPr lang="en-US" sz="1100">
              <a:cs typeface="RWE Sans" panose="020B0504020101010102" pitchFamily="34" charset="0"/>
            </a:endParaRPr>
          </a:p>
        </p:txBody>
      </p:sp>
      <p:sp>
        <p:nvSpPr>
          <p:cNvPr id="54" name="Rectangle 34">
            <a:extLst>
              <a:ext uri="{FF2B5EF4-FFF2-40B4-BE49-F238E27FC236}">
                <a16:creationId xmlns:a16="http://schemas.microsoft.com/office/drawing/2014/main" id="{D41799A3-A1A8-64F6-2608-FCAFD1C83D41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gray">
          <a:xfrm>
            <a:off x="3350588" y="3083655"/>
            <a:ext cx="1576352" cy="1492973"/>
          </a:xfrm>
          <a:prstGeom prst="rect">
            <a:avLst/>
          </a:prstGeom>
          <a:noFill/>
        </p:spPr>
        <p:txBody>
          <a:bodyPr lIns="0" tIns="46800" rIns="0" bIns="0" anchor="t">
            <a:noAutofit/>
          </a:bodyPr>
          <a:lstStyle/>
          <a:p>
            <a:pPr marL="171450" indent="-171450" defTabSz="685800">
              <a:spcBef>
                <a:spcPts val="300"/>
              </a:spcBef>
              <a:buClr>
                <a:srgbClr val="006AB3"/>
              </a:buClr>
              <a:buFont typeface="Wingdings" pitchFamily="2" charset="2"/>
              <a:buChar char="§"/>
              <a:defRPr/>
            </a:pPr>
            <a:r>
              <a:rPr lang="de-DE" sz="1100" err="1"/>
              <a:t>Interviewed</a:t>
            </a:r>
            <a:r>
              <a:rPr lang="de-DE" sz="1100"/>
              <a:t> </a:t>
            </a:r>
            <a:r>
              <a:rPr lang="de-DE" sz="1100" err="1"/>
              <a:t>the</a:t>
            </a:r>
            <a:r>
              <a:rPr lang="de-DE" sz="1100"/>
              <a:t> founders/software developer – </a:t>
            </a:r>
            <a:r>
              <a:rPr lang="de-DE" sz="1100" err="1"/>
              <a:t>identified</a:t>
            </a:r>
            <a:r>
              <a:rPr lang="de-DE" sz="1100"/>
              <a:t> initial </a:t>
            </a:r>
            <a:r>
              <a:rPr lang="de-DE" sz="1100" err="1"/>
              <a:t>pain</a:t>
            </a:r>
            <a:r>
              <a:rPr lang="de-DE" sz="1100"/>
              <a:t> </a:t>
            </a:r>
            <a:r>
              <a:rPr lang="de-DE" sz="1100" err="1"/>
              <a:t>points</a:t>
            </a:r>
            <a:r>
              <a:rPr lang="de-DE" sz="1100"/>
              <a:t> </a:t>
            </a:r>
            <a:endParaRPr lang="de-DE"/>
          </a:p>
          <a:p>
            <a:pPr marL="171450" indent="-171450" defTabSz="685800">
              <a:spcBef>
                <a:spcPts val="300"/>
              </a:spcBef>
              <a:buClr>
                <a:srgbClr val="006AB3"/>
              </a:buClr>
              <a:buFont typeface="Wingdings" pitchFamily="2" charset="2"/>
              <a:buChar char="§"/>
              <a:defRPr/>
            </a:pPr>
            <a:r>
              <a:rPr lang="de-DE" altLang="de-DE" sz="1100" err="1">
                <a:latin typeface="Arial"/>
                <a:cs typeface="Arial"/>
              </a:rPr>
              <a:t>Interviewed</a:t>
            </a:r>
            <a:r>
              <a:rPr lang="de-DE" altLang="de-DE" sz="1100">
                <a:latin typeface="Arial"/>
                <a:cs typeface="Arial"/>
              </a:rPr>
              <a:t> a </a:t>
            </a:r>
            <a:r>
              <a:rPr lang="de-DE" altLang="de-DE" sz="1100" err="1">
                <a:latin typeface="Arial"/>
                <a:cs typeface="Arial"/>
              </a:rPr>
              <a:t>practicing</a:t>
            </a:r>
            <a:r>
              <a:rPr lang="de-DE" altLang="de-DE" sz="1100">
                <a:latin typeface="Arial"/>
                <a:cs typeface="Arial"/>
              </a:rPr>
              <a:t> physician </a:t>
            </a:r>
          </a:p>
          <a:p>
            <a:pPr marL="171450" lvl="0" indent="-171450" defTabSz="685800">
              <a:spcBef>
                <a:spcPts val="300"/>
              </a:spcBef>
              <a:buClr>
                <a:srgbClr val="006AB3"/>
              </a:buClr>
              <a:buFont typeface="Wingdings" pitchFamily="2" charset="2"/>
              <a:buChar char="§"/>
              <a:defRPr/>
            </a:pPr>
            <a:endParaRPr lang="de-DE" sz="1100"/>
          </a:p>
          <a:p>
            <a:pPr marL="171450" lvl="0" indent="-171450" defTabSz="685800">
              <a:spcBef>
                <a:spcPts val="300"/>
              </a:spcBef>
              <a:buClr>
                <a:srgbClr val="006AB3"/>
              </a:buClr>
              <a:buFont typeface="Wingdings" pitchFamily="2" charset="2"/>
              <a:buChar char="§"/>
              <a:defRPr/>
            </a:pPr>
            <a:endParaRPr lang="de-DE" sz="1100"/>
          </a:p>
          <a:p>
            <a:pPr marL="171450" lvl="0" indent="-171450" defTabSz="685800">
              <a:spcBef>
                <a:spcPts val="300"/>
              </a:spcBef>
              <a:buClr>
                <a:srgbClr val="006AB3"/>
              </a:buClr>
              <a:buFont typeface="Wingdings" pitchFamily="2" charset="2"/>
              <a:buChar char="§"/>
              <a:defRPr/>
            </a:pPr>
            <a:endParaRPr lang="de-DE" sz="1100"/>
          </a:p>
        </p:txBody>
      </p:sp>
      <p:sp>
        <p:nvSpPr>
          <p:cNvPr id="55" name="Rectangle 34">
            <a:extLst>
              <a:ext uri="{FF2B5EF4-FFF2-40B4-BE49-F238E27FC236}">
                <a16:creationId xmlns:a16="http://schemas.microsoft.com/office/drawing/2014/main" id="{80864E32-080D-4B9B-206C-A5F415B39C51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gray">
          <a:xfrm>
            <a:off x="5107622" y="3076013"/>
            <a:ext cx="1576352" cy="1395116"/>
          </a:xfrm>
          <a:prstGeom prst="rect">
            <a:avLst/>
          </a:prstGeom>
          <a:noFill/>
        </p:spPr>
        <p:txBody>
          <a:bodyPr lIns="0" tIns="46800" rIns="0" bIns="0" anchor="t">
            <a:noAutofit/>
          </a:bodyPr>
          <a:lstStyle/>
          <a:p>
            <a:pPr marL="171450" indent="-171450" defTabSz="685800">
              <a:spcBef>
                <a:spcPts val="300"/>
              </a:spcBef>
              <a:buClr>
                <a:srgbClr val="006AB3"/>
              </a:buClr>
              <a:buFont typeface="Wingdings" pitchFamily="2" charset="2"/>
              <a:buChar char="§"/>
              <a:defRPr/>
            </a:pPr>
            <a:r>
              <a:rPr lang="de-DE" sz="1100" dirty="0"/>
              <a:t>Create </a:t>
            </a:r>
            <a:r>
              <a:rPr lang="de-DE" sz="1100" dirty="0" err="1"/>
              <a:t>static</a:t>
            </a:r>
            <a:r>
              <a:rPr lang="de-DE" sz="1100" dirty="0"/>
              <a:t> </a:t>
            </a:r>
            <a:r>
              <a:rPr lang="de-DE" sz="1100" dirty="0" err="1"/>
              <a:t>visual</a:t>
            </a:r>
            <a:r>
              <a:rPr lang="de-DE" sz="1100" dirty="0"/>
              <a:t> </a:t>
            </a:r>
            <a:r>
              <a:rPr lang="de-DE" sz="1100" dirty="0" err="1"/>
              <a:t>mockups</a:t>
            </a:r>
            <a:r>
              <a:rPr lang="de-DE" sz="1100" dirty="0"/>
              <a:t> </a:t>
            </a:r>
            <a:r>
              <a:rPr lang="de-DE" sz="1100" dirty="0" err="1"/>
              <a:t>of</a:t>
            </a:r>
            <a:r>
              <a:rPr lang="de-DE" sz="1100" dirty="0"/>
              <a:t> </a:t>
            </a:r>
            <a:r>
              <a:rPr lang="de-DE" sz="1100" dirty="0" err="1"/>
              <a:t>the</a:t>
            </a:r>
            <a:r>
              <a:rPr lang="de-DE" sz="1100" dirty="0"/>
              <a:t> </a:t>
            </a:r>
            <a:r>
              <a:rPr lang="de-DE" sz="1100" dirty="0" err="1"/>
              <a:t>dashboard</a:t>
            </a:r>
            <a:r>
              <a:rPr lang="de-DE" sz="1100" dirty="0"/>
              <a:t> </a:t>
            </a:r>
            <a:r>
              <a:rPr lang="de-DE" sz="1100" dirty="0" err="1"/>
              <a:t>using</a:t>
            </a:r>
            <a:r>
              <a:rPr lang="de-DE" sz="1100" dirty="0"/>
              <a:t> </a:t>
            </a:r>
            <a:r>
              <a:rPr lang="de-DE" sz="1100" dirty="0" err="1"/>
              <a:t>tools</a:t>
            </a:r>
            <a:r>
              <a:rPr lang="de-DE" sz="1100" dirty="0"/>
              <a:t> like </a:t>
            </a:r>
            <a:r>
              <a:rPr lang="de-DE" sz="1100" dirty="0" err="1"/>
              <a:t>figma</a:t>
            </a:r>
            <a:r>
              <a:rPr lang="de-DE" sz="1100" dirty="0"/>
              <a:t> &amp; Adobe </a:t>
            </a:r>
            <a:r>
              <a:rPr lang="de-DE" sz="1100" dirty="0" err="1"/>
              <a:t>xD</a:t>
            </a:r>
          </a:p>
          <a:p>
            <a:pPr marL="171450" lvl="0" indent="-171450" defTabSz="685800">
              <a:spcBef>
                <a:spcPts val="300"/>
              </a:spcBef>
              <a:buClr>
                <a:srgbClr val="006AB3"/>
              </a:buClr>
              <a:buFont typeface="Wingdings" pitchFamily="2" charset="2"/>
              <a:buChar char="§"/>
              <a:defRPr/>
            </a:pPr>
            <a:r>
              <a:rPr lang="de-DE" sz="1100" dirty="0" err="1"/>
              <a:t>Establish</a:t>
            </a:r>
            <a:r>
              <a:rPr lang="de-DE" sz="1100" dirty="0"/>
              <a:t> </a:t>
            </a:r>
            <a:r>
              <a:rPr lang="de-DE" sz="1100" dirty="0" err="1"/>
              <a:t>layout</a:t>
            </a:r>
            <a:r>
              <a:rPr lang="de-DE" sz="1100" dirty="0"/>
              <a:t>, </a:t>
            </a:r>
            <a:r>
              <a:rPr lang="de-DE" sz="1100" dirty="0" err="1"/>
              <a:t>hierarchy</a:t>
            </a:r>
            <a:r>
              <a:rPr lang="de-DE" sz="1100" dirty="0"/>
              <a:t>, and </a:t>
            </a:r>
            <a:r>
              <a:rPr lang="de-DE" sz="1100" dirty="0" err="1"/>
              <a:t>visual</a:t>
            </a:r>
            <a:r>
              <a:rPr lang="de-DE" sz="1100" dirty="0"/>
              <a:t> style</a:t>
            </a:r>
            <a:endParaRPr lang="de-DE" sz="1100" dirty="0">
              <a:cs typeface="Arial"/>
            </a:endParaRPr>
          </a:p>
        </p:txBody>
      </p:sp>
      <p:sp>
        <p:nvSpPr>
          <p:cNvPr id="56" name="Rectangle 34">
            <a:extLst>
              <a:ext uri="{FF2B5EF4-FFF2-40B4-BE49-F238E27FC236}">
                <a16:creationId xmlns:a16="http://schemas.microsoft.com/office/drawing/2014/main" id="{6A82F087-C3AB-BA4E-D1F6-A7CA09392C21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gray">
          <a:xfrm>
            <a:off x="6864656" y="3080290"/>
            <a:ext cx="1576352" cy="1395116"/>
          </a:xfrm>
          <a:prstGeom prst="rect">
            <a:avLst/>
          </a:prstGeom>
          <a:noFill/>
        </p:spPr>
        <p:txBody>
          <a:bodyPr lIns="0" tIns="46800" rIns="0" bIns="0" anchor="t">
            <a:noAutofit/>
          </a:bodyPr>
          <a:lstStyle/>
          <a:p>
            <a:pPr marL="171450" lvl="0" indent="-171450" defTabSz="685800">
              <a:spcBef>
                <a:spcPts val="300"/>
              </a:spcBef>
              <a:buClr>
                <a:srgbClr val="006AB3"/>
              </a:buClr>
              <a:buFont typeface="Wingdings" pitchFamily="2" charset="2"/>
              <a:buChar char="§"/>
              <a:defRPr/>
            </a:pPr>
            <a:endParaRPr lang="de-DE" sz="1100"/>
          </a:p>
        </p:txBody>
      </p:sp>
      <p:sp>
        <p:nvSpPr>
          <p:cNvPr id="60" name="Rectangle 34">
            <a:extLst>
              <a:ext uri="{FF2B5EF4-FFF2-40B4-BE49-F238E27FC236}">
                <a16:creationId xmlns:a16="http://schemas.microsoft.com/office/drawing/2014/main" id="{B6038E03-A21D-AA78-B0D2-017B5D289CBD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gray">
          <a:xfrm>
            <a:off x="6845263" y="3085139"/>
            <a:ext cx="1605441" cy="1492100"/>
          </a:xfrm>
          <a:prstGeom prst="rect">
            <a:avLst/>
          </a:prstGeom>
          <a:noFill/>
        </p:spPr>
        <p:txBody>
          <a:bodyPr lIns="0" tIns="46800" rIns="0" bIns="0" anchor="t">
            <a:noAutofit/>
          </a:bodyPr>
          <a:lstStyle/>
          <a:p>
            <a:pPr marL="171450" indent="-171450" defTabSz="685800">
              <a:spcBef>
                <a:spcPts val="300"/>
              </a:spcBef>
              <a:buClr>
                <a:srgbClr val="006AB3"/>
              </a:buClr>
              <a:buFont typeface="Wingdings" pitchFamily="2" charset="2"/>
              <a:buChar char="§"/>
              <a:defRPr/>
            </a:pPr>
            <a:r>
              <a:rPr lang="de-DE" altLang="de-DE" sz="1100" err="1"/>
              <a:t>Direct</a:t>
            </a:r>
            <a:r>
              <a:rPr lang="de-DE" altLang="de-DE" sz="1100"/>
              <a:t> A/B </a:t>
            </a:r>
            <a:r>
              <a:rPr lang="de-DE" altLang="de-DE" sz="1100" err="1"/>
              <a:t>comparison</a:t>
            </a:r>
            <a:r>
              <a:rPr lang="de-DE" altLang="de-DE" sz="1100"/>
              <a:t> </a:t>
            </a:r>
            <a:r>
              <a:rPr lang="de-DE" altLang="de-DE" sz="1100" err="1"/>
              <a:t>of</a:t>
            </a:r>
            <a:r>
              <a:rPr lang="de-DE" altLang="de-DE" sz="1100"/>
              <a:t> </a:t>
            </a:r>
            <a:r>
              <a:rPr lang="de-DE" altLang="de-DE" sz="1100" err="1"/>
              <a:t>old</a:t>
            </a:r>
            <a:r>
              <a:rPr lang="de-DE" altLang="de-DE" sz="1100"/>
              <a:t> vs. new design to quantify usability improvments</a:t>
            </a:r>
          </a:p>
          <a:p>
            <a:pPr marL="171450" indent="-171450" defTabSz="685800">
              <a:spcBef>
                <a:spcPts val="300"/>
              </a:spcBef>
              <a:buClr>
                <a:srgbClr val="006AB3"/>
              </a:buClr>
              <a:buFont typeface="Wingdings" pitchFamily="2" charset="2"/>
              <a:buChar char="§"/>
              <a:defRPr/>
            </a:pPr>
            <a:r>
              <a:rPr lang="de-DE" altLang="de-DE" sz="1100">
                <a:cs typeface="Arial"/>
              </a:rPr>
              <a:t>Measure error rates and </a:t>
            </a:r>
            <a:r>
              <a:rPr lang="de-DE" sz="1100">
                <a:ea typeface="+mn-lt"/>
                <a:cs typeface="+mn-lt"/>
              </a:rPr>
              <a:t>satisfaction scores</a:t>
            </a:r>
            <a:endParaRPr lang="de-DE" altLang="de-DE" sz="1100"/>
          </a:p>
          <a:p>
            <a:pPr defTabSz="685800">
              <a:spcBef>
                <a:spcPts val="300"/>
              </a:spcBef>
              <a:buClr>
                <a:srgbClr val="006AB3"/>
              </a:buClr>
              <a:defRPr/>
            </a:pPr>
            <a:endParaRPr lang="de-DE" altLang="de-DE" sz="1100">
              <a:cs typeface="Arial"/>
            </a:endParaRPr>
          </a:p>
          <a:p>
            <a:pPr marL="171450" indent="-171450" defTabSz="685800">
              <a:spcBef>
                <a:spcPts val="300"/>
              </a:spcBef>
              <a:buClr>
                <a:srgbClr val="006AB3"/>
              </a:buClr>
              <a:buFont typeface="Wingdings" pitchFamily="2" charset="2"/>
              <a:buChar char="§"/>
              <a:defRPr/>
            </a:pPr>
            <a:endParaRPr lang="de-DE" altLang="de-DE" sz="1100"/>
          </a:p>
          <a:p>
            <a:pPr marL="171450" indent="-171450" defTabSz="685800">
              <a:spcBef>
                <a:spcPts val="300"/>
              </a:spcBef>
              <a:buClr>
                <a:srgbClr val="006AB3"/>
              </a:buClr>
              <a:buFont typeface="Wingdings" pitchFamily="2" charset="2"/>
              <a:buChar char="§"/>
              <a:defRPr/>
            </a:pPr>
            <a:endParaRPr lang="de-DE" altLang="de-DE" sz="1100"/>
          </a:p>
          <a:p>
            <a:pPr marL="171450" lvl="0" indent="-171450" defTabSz="685800">
              <a:spcBef>
                <a:spcPts val="300"/>
              </a:spcBef>
              <a:buClr>
                <a:srgbClr val="006AB3"/>
              </a:buClr>
              <a:buFont typeface="Wingdings" pitchFamily="2" charset="2"/>
              <a:buChar char="§"/>
              <a:defRPr/>
            </a:pPr>
            <a:endParaRPr lang="de-DE" sz="1100"/>
          </a:p>
        </p:txBody>
      </p:sp>
      <p:sp>
        <p:nvSpPr>
          <p:cNvPr id="70" name="Rectangle 34">
            <a:extLst>
              <a:ext uri="{FF2B5EF4-FFF2-40B4-BE49-F238E27FC236}">
                <a16:creationId xmlns:a16="http://schemas.microsoft.com/office/drawing/2014/main" id="{3290BAF6-EA59-0127-4314-DB6E68025C48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gray">
          <a:xfrm>
            <a:off x="5109484" y="1554912"/>
            <a:ext cx="1606066" cy="1395116"/>
          </a:xfrm>
          <a:prstGeom prst="rect">
            <a:avLst/>
          </a:prstGeom>
          <a:noFill/>
        </p:spPr>
        <p:txBody>
          <a:bodyPr lIns="0" tIns="46800" rIns="0" bIns="0" anchor="t">
            <a:noAutofit/>
          </a:bodyPr>
          <a:lstStyle/>
          <a:p>
            <a:pPr marL="172720" indent="-172720" defTabSz="685800">
              <a:spcBef>
                <a:spcPts val="300"/>
              </a:spcBef>
              <a:buClr>
                <a:srgbClr val="006AB3"/>
              </a:buClr>
              <a:buFont typeface="Wingdings" pitchFamily="2" charset="2"/>
              <a:buChar char="§"/>
              <a:defRPr/>
            </a:pPr>
            <a:r>
              <a:rPr lang="de-DE" altLang="de-DE" sz="1100"/>
              <a:t>Create </a:t>
            </a:r>
            <a:r>
              <a:rPr lang="de-DE" altLang="de-DE" sz="1100" err="1"/>
              <a:t>interactive</a:t>
            </a:r>
            <a:r>
              <a:rPr lang="de-DE" altLang="de-DE" sz="1100"/>
              <a:t> </a:t>
            </a:r>
            <a:r>
              <a:rPr lang="de-DE" altLang="de-DE" sz="1100" err="1"/>
              <a:t>or</a:t>
            </a:r>
            <a:r>
              <a:rPr lang="de-DE" altLang="de-DE" sz="1100"/>
              <a:t> </a:t>
            </a:r>
            <a:r>
              <a:rPr lang="de-DE" altLang="de-DE" sz="1100" err="1"/>
              <a:t>visual</a:t>
            </a:r>
            <a:r>
              <a:rPr lang="de-DE" altLang="de-DE" sz="1100"/>
              <a:t> </a:t>
            </a:r>
            <a:r>
              <a:rPr lang="de-DE" altLang="de-DE" sz="1100" err="1"/>
              <a:t>models</a:t>
            </a:r>
            <a:r>
              <a:rPr lang="de-DE" altLang="de-DE" sz="1100"/>
              <a:t> </a:t>
            </a:r>
            <a:r>
              <a:rPr lang="de-DE" altLang="de-DE" sz="1100" err="1"/>
              <a:t>of</a:t>
            </a:r>
            <a:r>
              <a:rPr lang="de-DE" altLang="de-DE" sz="1100"/>
              <a:t> </a:t>
            </a:r>
            <a:r>
              <a:rPr lang="de-DE" altLang="de-DE" sz="1100" err="1"/>
              <a:t>the</a:t>
            </a:r>
            <a:r>
              <a:rPr lang="de-DE" altLang="de-DE" sz="1100"/>
              <a:t> </a:t>
            </a:r>
            <a:r>
              <a:rPr lang="de-DE" altLang="de-DE" sz="1100" err="1"/>
              <a:t>proposed</a:t>
            </a:r>
            <a:r>
              <a:rPr lang="de-DE" altLang="de-DE" sz="1100"/>
              <a:t> </a:t>
            </a:r>
            <a:r>
              <a:rPr lang="de-DE" altLang="de-DE" sz="1100" err="1"/>
              <a:t>solution</a:t>
            </a:r>
            <a:endParaRPr lang="de-DE" altLang="de-DE" sz="1100">
              <a:cs typeface="Arial"/>
            </a:endParaRPr>
          </a:p>
          <a:p>
            <a:pPr marL="172720" indent="-172720" defTabSz="685800">
              <a:spcBef>
                <a:spcPts val="300"/>
              </a:spcBef>
              <a:buClr>
                <a:srgbClr val="006AB3"/>
              </a:buClr>
              <a:buFont typeface="Wingdings" pitchFamily="2" charset="2"/>
              <a:buChar char="§"/>
              <a:defRPr/>
            </a:pPr>
            <a:r>
              <a:rPr lang="de-DE" altLang="de-DE" sz="1100">
                <a:cs typeface="Arial"/>
              </a:rPr>
              <a:t>Develop clickable prototypes to simulate real user interactions</a:t>
            </a:r>
          </a:p>
          <a:p>
            <a:pPr marL="172720" indent="-172720" defTabSz="685800">
              <a:spcBef>
                <a:spcPts val="300"/>
              </a:spcBef>
              <a:buClr>
                <a:srgbClr val="006AB3"/>
              </a:buClr>
              <a:buFont typeface="Wingdings" pitchFamily="2" charset="2"/>
              <a:buChar char="§"/>
              <a:defRPr/>
            </a:pPr>
            <a:endParaRPr lang="en-US" sz="1100">
              <a:cs typeface="RWE Sans" panose="020B050402010101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580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9" grpId="0"/>
      <p:bldP spid="43" grpId="0"/>
      <p:bldP spid="48" grpId="0"/>
      <p:bldP spid="54" grpId="0"/>
      <p:bldP spid="55" grpId="0"/>
      <p:bldP spid="60" grpId="0"/>
      <p:bldP spid="7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3B640-B0F6-FA77-4D60-6B910CFD3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427E93-9C7E-B11B-68A9-638C22727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594" y="330910"/>
            <a:ext cx="6826772" cy="452322"/>
          </a:xfrm>
        </p:spPr>
        <p:txBody>
          <a:bodyPr anchor="b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1800" b="1" dirty="0"/>
              <a:t>Key observation</a:t>
            </a:r>
            <a:endParaRPr lang="en-US" sz="1800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0EEE70F-E313-C6A8-5256-C157DAEE5C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496" y="4975579"/>
            <a:ext cx="337406" cy="148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D195BCC-3514-4B1B-9C18-24F3D67EC549}" type="slidenum">
              <a:rPr lang="de-DE" smtClean="0"/>
              <a:pPr>
                <a:spcAft>
                  <a:spcPts val="600"/>
                </a:spcAft>
              </a:pPr>
              <a:t>6</a:t>
            </a:fld>
            <a:endParaRPr lang="de-DE"/>
          </a:p>
        </p:txBody>
      </p:sp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3BCFCB1B-8730-827D-179A-E40863AA1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50" y="4975579"/>
            <a:ext cx="7129704" cy="148683"/>
          </a:xfrm>
        </p:spPr>
        <p:txBody>
          <a:bodyPr/>
          <a:lstStyle/>
          <a:p>
            <a:endParaRPr lang="de-DE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F942E87-7EE7-265E-E6D6-44216C0205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2288" y="1089025"/>
            <a:ext cx="8101012" cy="3567336"/>
          </a:xfrm>
        </p:spPr>
        <p:txBody>
          <a:bodyPr vert="horz" lIns="0" tIns="72000" rIns="0" bIns="0" rtlCol="0" anchor="t">
            <a:noAutofit/>
          </a:bodyPr>
          <a:lstStyle/>
          <a:p>
            <a:pPr marL="285750" indent="-285750">
              <a:buFont typeface="Arial" panose="05020102010507070707" pitchFamily="18" charset="2"/>
              <a:buChar char="•"/>
            </a:pPr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The current dashboard exposes </a:t>
            </a:r>
            <a:r>
              <a:rPr lang="en-US" sz="1600" b="1" dirty="0">
                <a:solidFill>
                  <a:schemeClr val="tx1"/>
                </a:solidFill>
                <a:ea typeface="+mn-lt"/>
                <a:cs typeface="+mn-lt"/>
              </a:rPr>
              <a:t>system structure before user intent</a:t>
            </a:r>
            <a:endParaRPr lang="en-US" sz="1600">
              <a:solidFill>
                <a:schemeClr val="tx1"/>
              </a:solidFill>
              <a:cs typeface="Arial"/>
            </a:endParaRPr>
          </a:p>
          <a:p>
            <a:pPr marL="285750" indent="-285750">
              <a:buFont typeface="Arial" panose="05020102010507070707" pitchFamily="18" charset="2"/>
              <a:buChar char="•"/>
            </a:pPr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Physicians must understand </a:t>
            </a:r>
            <a:r>
              <a:rPr lang="en-US" sz="1600" i="1" dirty="0">
                <a:solidFill>
                  <a:schemeClr val="tx1"/>
                </a:solidFill>
                <a:ea typeface="+mn-lt"/>
                <a:cs typeface="+mn-lt"/>
              </a:rPr>
              <a:t>how the system is organized</a:t>
            </a:r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 before they can extract value</a:t>
            </a:r>
            <a:endParaRPr lang="en-US" sz="1600">
              <a:solidFill>
                <a:schemeClr val="tx1"/>
              </a:solidFill>
              <a:cs typeface="Arial"/>
            </a:endParaRPr>
          </a:p>
          <a:p>
            <a:pPr marL="285750" indent="-285750">
              <a:buFont typeface="Arial" panose="05020102010507070707" pitchFamily="18" charset="2"/>
              <a:buChar char="•"/>
            </a:pPr>
            <a:endParaRPr lang="en-US" sz="1600" b="1" dirty="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Deep Analysis is not a separate feature, but an intentional interaction mode triggered after a Quick Check when anomalies or questions arise</a:t>
            </a:r>
            <a:endParaRPr lang="en-US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2853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CA54B-DEFA-9374-F578-F89162F5F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B47445-9C5B-7986-74EA-9FD2ED32E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594" y="330910"/>
            <a:ext cx="6826772" cy="452322"/>
          </a:xfrm>
        </p:spPr>
        <p:txBody>
          <a:bodyPr anchor="b">
            <a:normAutofit/>
          </a:bodyPr>
          <a:lstStyle/>
          <a:p>
            <a:r>
              <a:rPr lang="de-DE" err="1"/>
              <a:t>Preliminary</a:t>
            </a:r>
            <a:r>
              <a:rPr lang="de-DE"/>
              <a:t> </a:t>
            </a:r>
            <a:r>
              <a:rPr lang="de-DE" err="1"/>
              <a:t>Results</a:t>
            </a:r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90F0DFE-ABD0-D568-CC33-874DB5F0A8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496" y="4975579"/>
            <a:ext cx="337406" cy="148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D195BCC-3514-4B1B-9C18-24F3D67EC549}" type="slidenum">
              <a:rPr lang="de-DE" smtClean="0"/>
              <a:pPr>
                <a:spcAft>
                  <a:spcPts val="600"/>
                </a:spcAft>
              </a:pPr>
              <a:t>7</a:t>
            </a:fld>
            <a:endParaRPr lang="de-DE"/>
          </a:p>
        </p:txBody>
      </p:sp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B286C7C3-369F-326F-97AD-D33B47F73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50" y="4975579"/>
            <a:ext cx="7129704" cy="148683"/>
          </a:xfrm>
        </p:spPr>
        <p:txBody>
          <a:bodyPr/>
          <a:lstStyle/>
          <a:p>
            <a:endParaRPr lang="de-DE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A77CE24A-4E4F-D587-504A-4E9FE26B48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203" y="1204537"/>
            <a:ext cx="2629012" cy="3567336"/>
          </a:xfrm>
        </p:spPr>
        <p:txBody>
          <a:bodyPr vert="horz" lIns="0" tIns="72000" rIns="0" bIns="0" rtlCol="0" anchor="t">
            <a:noAutofit/>
          </a:bodyPr>
          <a:lstStyle/>
          <a:p>
            <a:endParaRPr lang="en-US" sz="1600" dirty="0">
              <a:solidFill>
                <a:schemeClr val="tx1"/>
              </a:solidFill>
              <a:cs typeface="Arial"/>
            </a:endParaRPr>
          </a:p>
          <a:p>
            <a:endParaRPr lang="en-US" sz="1600" dirty="0">
              <a:solidFill>
                <a:schemeClr val="tx1"/>
              </a:solidFill>
              <a:cs typeface="Arial"/>
            </a:endParaRPr>
          </a:p>
          <a:p>
            <a:r>
              <a:rPr lang="en-US" sz="1600" dirty="0">
                <a:solidFill>
                  <a:schemeClr val="tx1"/>
                </a:solidFill>
                <a:cs typeface="Arial"/>
              </a:rPr>
              <a:t>3 Separate Tables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  <a:cs typeface="Arial"/>
              </a:rPr>
              <a:t>Date and time formatting</a:t>
            </a:r>
            <a:endParaRPr lang="en-US" dirty="0">
              <a:solidFill>
                <a:schemeClr val="tx1"/>
              </a:solidFill>
              <a:cs typeface="Arial"/>
            </a:endParaRPr>
          </a:p>
          <a:p>
            <a:r>
              <a:rPr lang="en-US" sz="1600" dirty="0">
                <a:solidFill>
                  <a:schemeClr val="tx1"/>
                </a:solidFill>
                <a:cs typeface="Arial"/>
              </a:rPr>
              <a:t>"</a:t>
            </a:r>
            <a:r>
              <a:rPr lang="en-US" sz="1600" dirty="0" err="1">
                <a:solidFill>
                  <a:schemeClr val="tx1"/>
                </a:solidFill>
                <a:cs typeface="Arial"/>
              </a:rPr>
              <a:t>Aktionen</a:t>
            </a:r>
            <a:r>
              <a:rPr lang="en-US" sz="1600" dirty="0">
                <a:solidFill>
                  <a:schemeClr val="tx1"/>
                </a:solidFill>
                <a:cs typeface="Arial"/>
              </a:rPr>
              <a:t>" is redundant</a:t>
            </a:r>
          </a:p>
          <a:p>
            <a:endParaRPr lang="en-US" sz="1600" dirty="0">
              <a:solidFill>
                <a:schemeClr val="tx1"/>
              </a:solidFill>
              <a:cs typeface="Arial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E973AF-D687-C1AE-102A-64981AD29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91" y="1205655"/>
            <a:ext cx="5783679" cy="332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692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C2EA1-477F-BFA1-3E45-54166962F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1CD472-EA90-6680-1CB4-20EECD167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594" y="330910"/>
            <a:ext cx="6826772" cy="452322"/>
          </a:xfrm>
        </p:spPr>
        <p:txBody>
          <a:bodyPr anchor="b">
            <a:normAutofit/>
          </a:bodyPr>
          <a:lstStyle/>
          <a:p>
            <a:r>
              <a:rPr lang="de-DE" err="1"/>
              <a:t>Preliminary</a:t>
            </a:r>
            <a:r>
              <a:rPr lang="de-DE"/>
              <a:t> </a:t>
            </a:r>
            <a:r>
              <a:rPr lang="de-DE" err="1"/>
              <a:t>Results</a:t>
            </a:r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22CD175-6898-47A0-9676-14ACCB681B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496" y="4975579"/>
            <a:ext cx="337406" cy="148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D195BCC-3514-4B1B-9C18-24F3D67EC549}" type="slidenum">
              <a:rPr lang="de-DE" smtClean="0"/>
              <a:pPr>
                <a:spcAft>
                  <a:spcPts val="600"/>
                </a:spcAft>
              </a:pPr>
              <a:t>8</a:t>
            </a:fld>
            <a:endParaRPr lang="de-DE"/>
          </a:p>
        </p:txBody>
      </p:sp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4CE96CD5-A0C5-C678-A313-55D4FCB3F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50" y="4975579"/>
            <a:ext cx="7129704" cy="148683"/>
          </a:xfrm>
        </p:spPr>
        <p:txBody>
          <a:bodyPr/>
          <a:lstStyle/>
          <a:p>
            <a:endParaRPr lang="de-DE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FC940154-B794-E1FA-FDD8-440D50B567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54045" y="1283951"/>
            <a:ext cx="2960212" cy="3567336"/>
          </a:xfrm>
        </p:spPr>
        <p:txBody>
          <a:bodyPr vert="horz" lIns="0" tIns="72000" rIns="0" bIns="0" rtlCol="0" anchor="t">
            <a:noAutofit/>
          </a:bodyPr>
          <a:lstStyle/>
          <a:p>
            <a:r>
              <a:rPr lang="en-US" b="1" dirty="0">
                <a:cs typeface="Arial"/>
              </a:rPr>
              <a:t>Key improvements</a:t>
            </a:r>
          </a:p>
          <a:p>
            <a:endParaRPr lang="en-US" sz="1600" dirty="0">
              <a:cs typeface="Arial"/>
            </a:endParaRPr>
          </a:p>
          <a:p>
            <a:pPr marL="285750" indent="-285750">
              <a:buFont typeface="Arial" panose="05020102010507070707" pitchFamily="18" charset="2"/>
              <a:buChar char="•"/>
            </a:pPr>
            <a:r>
              <a:rPr lang="en-US" sz="1600" dirty="0">
                <a:solidFill>
                  <a:schemeClr val="tx1"/>
                </a:solidFill>
                <a:cs typeface="Arial"/>
              </a:rPr>
              <a:t>Filter &amp; search function</a:t>
            </a:r>
          </a:p>
          <a:p>
            <a:pPr marL="826770" lvl="1" indent="-274320">
              <a:buClr>
                <a:srgbClr val="006AB3"/>
              </a:buClr>
              <a:buFont typeface="Courier New" panose="05020102010507070707" pitchFamily="18" charset="2"/>
              <a:buChar char="o"/>
            </a:pPr>
            <a:r>
              <a:rPr lang="en-US" sz="1200" dirty="0">
                <a:cs typeface="Arial"/>
              </a:rPr>
              <a:t>Using Data tables</a:t>
            </a:r>
          </a:p>
          <a:p>
            <a:pPr marL="285750" indent="-285750">
              <a:buClr>
                <a:srgbClr val="006AB3"/>
              </a:buClr>
              <a:buFont typeface="Arial" panose="05020102010507070707" pitchFamily="18" charset="2"/>
              <a:buChar char="•"/>
            </a:pPr>
            <a:r>
              <a:rPr lang="en-US" sz="1600" dirty="0">
                <a:solidFill>
                  <a:srgbClr val="000000"/>
                </a:solidFill>
                <a:cs typeface="Arial"/>
              </a:rPr>
              <a:t>Each row can be clicked</a:t>
            </a:r>
          </a:p>
          <a:p>
            <a:pPr marL="285750" indent="-285750">
              <a:buClr>
                <a:srgbClr val="006AB3"/>
              </a:buClr>
              <a:buFont typeface="Arial" panose="05020102010507070707" pitchFamily="18" charset="2"/>
              <a:buChar char="•"/>
            </a:pPr>
            <a:r>
              <a:rPr lang="en-US" sz="1600" dirty="0">
                <a:solidFill>
                  <a:srgbClr val="000000"/>
                </a:solidFill>
                <a:cs typeface="Arial"/>
              </a:rPr>
              <a:t>Can order per column</a:t>
            </a:r>
          </a:p>
          <a:p>
            <a:pPr marL="285750" indent="-285750">
              <a:buClr>
                <a:srgbClr val="006AB3"/>
              </a:buClr>
              <a:buFont typeface="Arial" panose="05020102010507070707" pitchFamily="18" charset="2"/>
              <a:buChar char="•"/>
            </a:pPr>
            <a:r>
              <a:rPr lang="en-US" sz="1600" dirty="0">
                <a:solidFill>
                  <a:srgbClr val="000000"/>
                </a:solidFill>
                <a:cs typeface="Arial"/>
              </a:rPr>
              <a:t>Color coding for status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8942AD-B456-1BC0-078E-44CE7C6D1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66" y="1287319"/>
            <a:ext cx="5159115" cy="329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29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C934E-BBCC-3AF5-A98C-CF41D4A96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36309F-AA80-9E50-887F-50B8B0CF0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594" y="330910"/>
            <a:ext cx="6826772" cy="452322"/>
          </a:xfrm>
        </p:spPr>
        <p:txBody>
          <a:bodyPr anchor="b">
            <a:normAutofit/>
          </a:bodyPr>
          <a:lstStyle/>
          <a:p>
            <a:r>
              <a:rPr lang="de-DE" err="1"/>
              <a:t>Preliminary</a:t>
            </a:r>
            <a:r>
              <a:rPr lang="de-DE"/>
              <a:t> </a:t>
            </a:r>
            <a:r>
              <a:rPr lang="de-DE" err="1"/>
              <a:t>Results</a:t>
            </a:r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87C6D57-0E4A-6113-A9BC-71B771E6D3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496" y="4975579"/>
            <a:ext cx="337406" cy="148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D195BCC-3514-4B1B-9C18-24F3D67EC549}" type="slidenum">
              <a:rPr lang="de-DE" smtClean="0"/>
              <a:pPr>
                <a:spcAft>
                  <a:spcPts val="600"/>
                </a:spcAft>
              </a:pPr>
              <a:t>9</a:t>
            </a:fld>
            <a:endParaRPr lang="de-DE"/>
          </a:p>
        </p:txBody>
      </p:sp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55DF6556-0390-7140-B253-DDF49A9B1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50" y="4975579"/>
            <a:ext cx="7129704" cy="148683"/>
          </a:xfrm>
        </p:spPr>
        <p:txBody>
          <a:bodyPr/>
          <a:lstStyle/>
          <a:p>
            <a:endParaRPr lang="de-DE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0529B18C-3269-A516-2126-BC428566D6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203" y="1204537"/>
            <a:ext cx="2629012" cy="3567336"/>
          </a:xfrm>
        </p:spPr>
        <p:txBody>
          <a:bodyPr vert="horz" lIns="0" tIns="72000" rIns="0" bIns="0" rtlCol="0" anchor="t">
            <a:noAutofit/>
          </a:bodyPr>
          <a:lstStyle/>
          <a:p>
            <a:endParaRPr lang="en-US" b="1" dirty="0">
              <a:cs typeface="Arial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7523A3-8587-2A8E-1806-C443AB3E1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38" y="1086103"/>
            <a:ext cx="4779398" cy="342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550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9A6CA-5A0B-D6D8-73A7-C55999B98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041405-811E-FE9B-A6A6-73C4F65C9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594" y="330910"/>
            <a:ext cx="6826772" cy="452322"/>
          </a:xfrm>
        </p:spPr>
        <p:txBody>
          <a:bodyPr anchor="b">
            <a:normAutofit/>
          </a:bodyPr>
          <a:lstStyle/>
          <a:p>
            <a:r>
              <a:rPr lang="de-DE" err="1"/>
              <a:t>Preliminary</a:t>
            </a:r>
            <a:r>
              <a:rPr lang="de-DE"/>
              <a:t> </a:t>
            </a:r>
            <a:r>
              <a:rPr lang="de-DE" err="1"/>
              <a:t>Results</a:t>
            </a:r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C814555-AF8C-0C5F-DB6F-FC1155C0C4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496" y="4975579"/>
            <a:ext cx="337406" cy="148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D195BCC-3514-4B1B-9C18-24F3D67EC549}" type="slidenum">
              <a:rPr lang="de-DE" smtClean="0"/>
              <a:pPr>
                <a:spcAft>
                  <a:spcPts val="600"/>
                </a:spcAft>
              </a:pPr>
              <a:t>10</a:t>
            </a:fld>
            <a:endParaRPr lang="de-DE"/>
          </a:p>
        </p:txBody>
      </p:sp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BF2E9633-AFFC-D9C6-3F34-2884F7754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50" y="4975579"/>
            <a:ext cx="7129704" cy="148683"/>
          </a:xfrm>
        </p:spPr>
        <p:txBody>
          <a:bodyPr/>
          <a:lstStyle/>
          <a:p>
            <a:endParaRPr lang="de-DE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833B4DC9-644F-CC8F-9A4E-38BD57279D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203" y="1204537"/>
            <a:ext cx="2629012" cy="3567336"/>
          </a:xfrm>
        </p:spPr>
        <p:txBody>
          <a:bodyPr vert="horz" lIns="0" tIns="72000" rIns="0" bIns="0" rtlCol="0" anchor="t">
            <a:noAutofit/>
          </a:bodyPr>
          <a:lstStyle/>
          <a:p>
            <a:pPr marL="285750" indent="-285750">
              <a:buFont typeface="Arial" panose="05020102010507070707" pitchFamily="18" charset="2"/>
              <a:buChar char="•"/>
            </a:pPr>
            <a:r>
              <a:rPr lang="en-US" sz="1600" dirty="0">
                <a:solidFill>
                  <a:schemeClr val="tx1"/>
                </a:solidFill>
                <a:cs typeface="Arial"/>
              </a:rPr>
              <a:t>Again we use </a:t>
            </a:r>
            <a:r>
              <a:rPr lang="en-US" sz="1600" dirty="0" err="1">
                <a:solidFill>
                  <a:schemeClr val="tx1"/>
                </a:solidFill>
                <a:cs typeface="Arial"/>
              </a:rPr>
              <a:t>Datatables</a:t>
            </a:r>
            <a:endParaRPr lang="en-US" dirty="0" err="1">
              <a:solidFill>
                <a:schemeClr val="tx1"/>
              </a:solidFill>
            </a:endParaRPr>
          </a:p>
          <a:p>
            <a:pPr marL="826770" lvl="1" indent="-285750">
              <a:buClr>
                <a:srgbClr val="B5CBD6"/>
              </a:buClr>
              <a:buFont typeface="Courier New" panose="05020102010507070707" pitchFamily="18" charset="2"/>
              <a:buChar char="o"/>
            </a:pPr>
            <a:r>
              <a:rPr lang="en-US" sz="1200" dirty="0">
                <a:cs typeface="Arial"/>
              </a:rPr>
              <a:t>Filter, Search &amp; column Ordering</a:t>
            </a:r>
          </a:p>
          <a:p>
            <a:pPr marL="285750" indent="-285750">
              <a:buClr>
                <a:srgbClr val="006AB3"/>
              </a:buClr>
              <a:buFont typeface="Arial" panose="05020102010507070707" pitchFamily="18" charset="2"/>
              <a:buChar char="•"/>
            </a:pPr>
            <a:r>
              <a:rPr lang="en-US" sz="1600" dirty="0">
                <a:solidFill>
                  <a:schemeClr val="tx1"/>
                </a:solidFill>
                <a:cs typeface="Arial"/>
              </a:rPr>
              <a:t>Concise information display</a:t>
            </a:r>
          </a:p>
          <a:p>
            <a:pPr marL="285750" indent="-285750">
              <a:buFont typeface="Arial" panose="05020102010507070707" pitchFamily="18" charset="2"/>
              <a:buChar char="•"/>
            </a:pPr>
            <a:endParaRPr lang="en-US" sz="1600" dirty="0">
              <a:solidFill>
                <a:schemeClr val="tx1"/>
              </a:solidFill>
              <a:cs typeface="Arial"/>
            </a:endParaRPr>
          </a:p>
          <a:p>
            <a:endParaRPr lang="en-US" sz="1600" dirty="0">
              <a:solidFill>
                <a:schemeClr val="tx1"/>
              </a:solidFill>
              <a:cs typeface="Arial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1F374B-E3C9-51A4-57A4-58B5931BA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11" y="1078461"/>
            <a:ext cx="5727915" cy="324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819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1D222-2819-DF0F-FC69-B529BD012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E39C23-C73D-C9AB-CC24-607F58C4D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Current</a:t>
            </a:r>
            <a:r>
              <a:rPr lang="de-DE"/>
              <a:t> challenges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285A017-CFE8-221F-E0E8-58B8BA6140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858D622-C70A-6700-FFB0-9D7C4225C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B446E28-D246-62BA-9788-DB79A58B4B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1550" y="1422399"/>
            <a:ext cx="7434826" cy="3492500"/>
          </a:xfrm>
        </p:spPr>
        <p:txBody>
          <a:bodyPr vert="horz" lIns="0" tIns="72000" rIns="0" bIns="0" rtlCol="0" anchor="t">
            <a:noAutofit/>
          </a:bodyPr>
          <a:lstStyle/>
          <a:p>
            <a:pPr>
              <a:buFont typeface="Wingdings" pitchFamily="2" charset="2"/>
              <a:buChar char="§"/>
            </a:pPr>
            <a:r>
              <a:rPr lang="de-DE" err="1">
                <a:cs typeface="Arial"/>
              </a:rPr>
              <a:t>Which</a:t>
            </a:r>
            <a:r>
              <a:rPr lang="de-DE">
                <a:cs typeface="Arial"/>
              </a:rPr>
              <a:t> </a:t>
            </a:r>
            <a:r>
              <a:rPr lang="de-DE" err="1">
                <a:cs typeface="Arial"/>
              </a:rPr>
              <a:t>information</a:t>
            </a:r>
            <a:r>
              <a:rPr lang="de-DE">
                <a:cs typeface="Arial"/>
              </a:rPr>
              <a:t> </a:t>
            </a:r>
            <a:r>
              <a:rPr lang="de-DE" err="1">
                <a:cs typeface="Arial"/>
              </a:rPr>
              <a:t>must</a:t>
            </a:r>
            <a:r>
              <a:rPr lang="de-DE">
                <a:cs typeface="Arial"/>
              </a:rPr>
              <a:t> </a:t>
            </a:r>
            <a:r>
              <a:rPr lang="de-DE" err="1">
                <a:cs typeface="Arial"/>
              </a:rPr>
              <a:t>be</a:t>
            </a:r>
            <a:r>
              <a:rPr lang="de-DE">
                <a:cs typeface="Arial"/>
              </a:rPr>
              <a:t> visible at </a:t>
            </a:r>
            <a:r>
              <a:rPr lang="de-DE" err="1">
                <a:cs typeface="Arial"/>
              </a:rPr>
              <a:t>first</a:t>
            </a:r>
            <a:r>
              <a:rPr lang="de-DE">
                <a:cs typeface="Arial"/>
              </a:rPr>
              <a:t> </a:t>
            </a:r>
            <a:r>
              <a:rPr lang="de-DE" err="1">
                <a:cs typeface="Arial"/>
              </a:rPr>
              <a:t>glance</a:t>
            </a:r>
            <a:r>
              <a:rPr lang="de-DE">
                <a:cs typeface="Arial"/>
              </a:rPr>
              <a:t> </a:t>
            </a:r>
            <a:r>
              <a:rPr lang="de-DE" err="1">
                <a:cs typeface="Arial"/>
              </a:rPr>
              <a:t>for</a:t>
            </a:r>
            <a:r>
              <a:rPr lang="de-DE">
                <a:cs typeface="Arial"/>
              </a:rPr>
              <a:t> </a:t>
            </a:r>
            <a:r>
              <a:rPr lang="de-DE" err="1">
                <a:cs typeface="Arial"/>
              </a:rPr>
              <a:t>physicians</a:t>
            </a:r>
            <a:r>
              <a:rPr lang="de-DE">
                <a:cs typeface="Arial"/>
              </a:rPr>
              <a:t>?</a:t>
            </a:r>
          </a:p>
          <a:p>
            <a:pPr marL="541020" lvl="1" indent="-274320">
              <a:buFont typeface="Wingdings" pitchFamily="2" charset="2"/>
              <a:buChar char="§"/>
            </a:pPr>
            <a:r>
              <a:rPr lang="de-DE" err="1">
                <a:cs typeface="Arial"/>
              </a:rPr>
              <a:t>How</a:t>
            </a:r>
            <a:r>
              <a:rPr lang="de-DE">
                <a:cs typeface="Arial"/>
              </a:rPr>
              <a:t> </a:t>
            </a:r>
            <a:r>
              <a:rPr lang="de-DE" err="1">
                <a:cs typeface="Arial"/>
              </a:rPr>
              <a:t>can</a:t>
            </a:r>
            <a:r>
              <a:rPr lang="de-DE">
                <a:cs typeface="Arial"/>
              </a:rPr>
              <a:t> </a:t>
            </a:r>
            <a:r>
              <a:rPr lang="de-DE" err="1">
                <a:cs typeface="Arial"/>
              </a:rPr>
              <a:t>we</a:t>
            </a:r>
            <a:r>
              <a:rPr lang="de-DE">
                <a:cs typeface="Arial"/>
              </a:rPr>
              <a:t> </a:t>
            </a:r>
            <a:r>
              <a:rPr lang="de-DE" err="1">
                <a:cs typeface="Arial"/>
              </a:rPr>
              <a:t>reduce</a:t>
            </a:r>
            <a:r>
              <a:rPr lang="de-DE">
                <a:cs typeface="Arial"/>
              </a:rPr>
              <a:t> </a:t>
            </a:r>
            <a:r>
              <a:rPr lang="de-DE" err="1">
                <a:cs typeface="Arial"/>
              </a:rPr>
              <a:t>complexity</a:t>
            </a:r>
            <a:r>
              <a:rPr lang="de-DE">
                <a:cs typeface="Arial"/>
              </a:rPr>
              <a:t> </a:t>
            </a:r>
            <a:r>
              <a:rPr lang="de-DE" err="1">
                <a:cs typeface="Arial"/>
              </a:rPr>
              <a:t>without</a:t>
            </a:r>
            <a:r>
              <a:rPr lang="de-DE">
                <a:cs typeface="Arial"/>
              </a:rPr>
              <a:t> </a:t>
            </a:r>
            <a:r>
              <a:rPr lang="de-DE" err="1">
                <a:cs typeface="Arial"/>
              </a:rPr>
              <a:t>losing</a:t>
            </a:r>
            <a:r>
              <a:rPr lang="de-DE">
                <a:cs typeface="Arial"/>
              </a:rPr>
              <a:t> </a:t>
            </a:r>
            <a:r>
              <a:rPr lang="de-DE" err="1">
                <a:cs typeface="Arial"/>
              </a:rPr>
              <a:t>clinically</a:t>
            </a:r>
            <a:r>
              <a:rPr lang="de-DE">
                <a:cs typeface="Arial"/>
              </a:rPr>
              <a:t> relevant </a:t>
            </a:r>
            <a:r>
              <a:rPr lang="de-DE" err="1">
                <a:cs typeface="Arial"/>
              </a:rPr>
              <a:t>data</a:t>
            </a:r>
            <a:r>
              <a:rPr lang="de-DE">
                <a:cs typeface="Arial"/>
              </a:rPr>
              <a:t>?</a:t>
            </a:r>
          </a:p>
          <a:p>
            <a:pPr>
              <a:buClr>
                <a:srgbClr val="006AB3"/>
              </a:buClr>
              <a:buFont typeface="Wingdings" pitchFamily="2" charset="2"/>
              <a:buChar char="§"/>
            </a:pPr>
            <a:endParaRPr lang="de-DE">
              <a:cs typeface="Arial"/>
            </a:endParaRPr>
          </a:p>
          <a:p>
            <a:pPr>
              <a:buClr>
                <a:srgbClr val="006AB3"/>
              </a:buClr>
              <a:buFont typeface="Wingdings" pitchFamily="2" charset="2"/>
              <a:buChar char="§"/>
            </a:pPr>
            <a:r>
              <a:rPr lang="de-DE" err="1">
                <a:cs typeface="Arial"/>
              </a:rPr>
              <a:t>How</a:t>
            </a:r>
            <a:r>
              <a:rPr lang="de-DE">
                <a:cs typeface="Arial"/>
              </a:rPr>
              <a:t> </a:t>
            </a:r>
            <a:r>
              <a:rPr lang="de-DE" err="1">
                <a:cs typeface="Arial"/>
              </a:rPr>
              <a:t>can</a:t>
            </a:r>
            <a:r>
              <a:rPr lang="de-DE">
                <a:cs typeface="Arial"/>
              </a:rPr>
              <a:t> </a:t>
            </a:r>
            <a:r>
              <a:rPr lang="de-DE" err="1">
                <a:cs typeface="Arial"/>
              </a:rPr>
              <a:t>one</a:t>
            </a:r>
            <a:r>
              <a:rPr lang="de-DE">
                <a:cs typeface="Arial"/>
              </a:rPr>
              <a:t> interface support quick </a:t>
            </a:r>
            <a:r>
              <a:rPr lang="de-DE" err="1">
                <a:cs typeface="Arial"/>
              </a:rPr>
              <a:t>checks</a:t>
            </a:r>
            <a:r>
              <a:rPr lang="de-DE">
                <a:cs typeface="Arial"/>
              </a:rPr>
              <a:t> and </a:t>
            </a:r>
            <a:r>
              <a:rPr lang="de-DE" err="1">
                <a:cs typeface="Arial"/>
              </a:rPr>
              <a:t>deep</a:t>
            </a:r>
            <a:r>
              <a:rPr lang="de-DE">
                <a:cs typeface="Arial"/>
              </a:rPr>
              <a:t> </a:t>
            </a:r>
            <a:r>
              <a:rPr lang="de-DE" err="1">
                <a:cs typeface="Arial"/>
              </a:rPr>
              <a:t>analysis</a:t>
            </a:r>
            <a:r>
              <a:rPr lang="de-DE">
                <a:cs typeface="Arial"/>
              </a:rPr>
              <a:t>?</a:t>
            </a:r>
          </a:p>
          <a:p>
            <a:pPr marL="541020" lvl="1" indent="-274320">
              <a:buFont typeface="Wingdings" pitchFamily="2" charset="2"/>
              <a:buChar char="§"/>
            </a:pPr>
            <a:r>
              <a:rPr lang="de-DE" err="1">
                <a:cs typeface="Arial"/>
              </a:rPr>
              <a:t>What</a:t>
            </a:r>
            <a:r>
              <a:rPr lang="de-DE">
                <a:cs typeface="Arial"/>
              </a:rPr>
              <a:t> </a:t>
            </a:r>
            <a:r>
              <a:rPr lang="de-DE" err="1">
                <a:cs typeface="Arial"/>
              </a:rPr>
              <a:t>is</a:t>
            </a:r>
            <a:r>
              <a:rPr lang="de-DE">
                <a:cs typeface="Arial"/>
              </a:rPr>
              <a:t> </a:t>
            </a:r>
            <a:r>
              <a:rPr lang="de-DE" err="1">
                <a:cs typeface="Arial"/>
              </a:rPr>
              <a:t>the</a:t>
            </a:r>
            <a:r>
              <a:rPr lang="de-DE">
                <a:cs typeface="Arial"/>
              </a:rPr>
              <a:t> </a:t>
            </a:r>
            <a:r>
              <a:rPr lang="de-DE" err="1">
                <a:cs typeface="Arial"/>
              </a:rPr>
              <a:t>most</a:t>
            </a:r>
            <a:r>
              <a:rPr lang="de-DE">
                <a:cs typeface="Arial"/>
              </a:rPr>
              <a:t> intuitive </a:t>
            </a:r>
            <a:r>
              <a:rPr lang="de-DE" err="1">
                <a:cs typeface="Arial"/>
              </a:rPr>
              <a:t>way</a:t>
            </a:r>
            <a:r>
              <a:rPr lang="de-DE">
                <a:cs typeface="Arial"/>
              </a:rPr>
              <a:t> </a:t>
            </a:r>
            <a:r>
              <a:rPr lang="de-DE" err="1">
                <a:cs typeface="Arial"/>
              </a:rPr>
              <a:t>to</a:t>
            </a:r>
            <a:r>
              <a:rPr lang="de-DE">
                <a:cs typeface="Arial"/>
              </a:rPr>
              <a:t> </a:t>
            </a:r>
            <a:r>
              <a:rPr lang="de-DE" err="1">
                <a:cs typeface="Arial"/>
              </a:rPr>
              <a:t>communicate</a:t>
            </a:r>
            <a:r>
              <a:rPr lang="de-DE">
                <a:cs typeface="Arial"/>
              </a:rPr>
              <a:t> </a:t>
            </a:r>
            <a:r>
              <a:rPr lang="de-DE" err="1">
                <a:cs typeface="Arial"/>
              </a:rPr>
              <a:t>data</a:t>
            </a:r>
            <a:r>
              <a:rPr lang="de-DE">
                <a:cs typeface="Arial"/>
              </a:rPr>
              <a:t> </a:t>
            </a:r>
            <a:r>
              <a:rPr lang="de-DE" err="1">
                <a:cs typeface="Arial"/>
              </a:rPr>
              <a:t>completeness</a:t>
            </a:r>
            <a:r>
              <a:rPr lang="de-DE">
                <a:cs typeface="Arial"/>
              </a:rPr>
              <a:t> and </a:t>
            </a:r>
            <a:r>
              <a:rPr lang="de-DE" err="1">
                <a:cs typeface="Arial"/>
              </a:rPr>
              <a:t>status</a:t>
            </a:r>
            <a:r>
              <a:rPr lang="de-DE">
                <a:cs typeface="Arial"/>
              </a:rPr>
              <a:t>?</a:t>
            </a:r>
          </a:p>
          <a:p>
            <a:pPr marL="541020" lvl="1" indent="-274320">
              <a:buClr>
                <a:srgbClr val="B5CBD6"/>
              </a:buClr>
              <a:buFont typeface="Wingdings" pitchFamily="2" charset="2"/>
              <a:buChar char="§"/>
            </a:pPr>
            <a:endParaRPr lang="de-DE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7013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A6302-6E08-ACB7-A629-156CA4BD3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EF87BA-01D6-2357-7E49-3F70C6225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594" y="330910"/>
            <a:ext cx="6826772" cy="452322"/>
          </a:xfrm>
        </p:spPr>
        <p:txBody>
          <a:bodyPr anchor="b">
            <a:normAutofit/>
          </a:bodyPr>
          <a:lstStyle/>
          <a:p>
            <a:r>
              <a:rPr lang="de-DE" err="1"/>
              <a:t>Current</a:t>
            </a:r>
            <a:r>
              <a:rPr lang="de-DE"/>
              <a:t> Challenge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DCACE65-7796-DE7D-4FF3-D20582430E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496" y="4975579"/>
            <a:ext cx="337406" cy="148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D195BCC-3514-4B1B-9C18-24F3D67EC549}" type="slidenum">
              <a:rPr lang="de-DE" smtClean="0"/>
              <a:pPr>
                <a:spcAft>
                  <a:spcPts val="600"/>
                </a:spcAft>
              </a:pPr>
              <a:t>12</a:t>
            </a:fld>
            <a:endParaRPr lang="de-DE"/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197777A2-133D-1731-755F-44CD07344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50" y="4975579"/>
            <a:ext cx="7129704" cy="148683"/>
          </a:xfrm>
        </p:spPr>
        <p:txBody>
          <a:bodyPr/>
          <a:lstStyle/>
          <a:p>
            <a:endParaRPr lang="de-DE"/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484FBB34-E8BF-7C08-A9CD-4C5DFEA981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2288" y="1089025"/>
            <a:ext cx="8101012" cy="333375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25" name="Textplatzhalter 12">
            <a:extLst>
              <a:ext uri="{FF2B5EF4-FFF2-40B4-BE49-F238E27FC236}">
                <a16:creationId xmlns:a16="http://schemas.microsoft.com/office/drawing/2014/main" id="{346A6F18-9CBF-33AD-88CE-6643550F19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4307587"/>
              </p:ext>
            </p:extLst>
          </p:nvPr>
        </p:nvGraphicFramePr>
        <p:xfrm>
          <a:off x="520700" y="1422400"/>
          <a:ext cx="8101807" cy="3492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Grafik 4" descr="Kopf mit Zahnrädern Silhouette">
            <a:extLst>
              <a:ext uri="{FF2B5EF4-FFF2-40B4-BE49-F238E27FC236}">
                <a16:creationId xmlns:a16="http://schemas.microsoft.com/office/drawing/2014/main" id="{CD0A6FCB-481A-EC25-9B67-A179748FF4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8534" y="2061568"/>
            <a:ext cx="914400" cy="914400"/>
          </a:xfrm>
          <a:prstGeom prst="rect">
            <a:avLst/>
          </a:prstGeom>
        </p:spPr>
      </p:pic>
      <p:pic>
        <p:nvPicPr>
          <p:cNvPr id="7" name="Grafik 6" descr="Häkchen mit einfarbiger Füllung">
            <a:extLst>
              <a:ext uri="{FF2B5EF4-FFF2-40B4-BE49-F238E27FC236}">
                <a16:creationId xmlns:a16="http://schemas.microsoft.com/office/drawing/2014/main" id="{7D258884-014C-C38E-899B-E27040F568B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5576" y="3511028"/>
            <a:ext cx="725089" cy="72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00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7281708-7975-0847-F074-DAF19C080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5">
            <a:extLst>
              <a:ext uri="{FF2B5EF4-FFF2-40B4-BE49-F238E27FC236}">
                <a16:creationId xmlns:a16="http://schemas.microsoft.com/office/drawing/2014/main" id="{BD6248D4-D8BE-F2FB-1B74-9A16E3155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err="1"/>
              <a:t>Complexity</a:t>
            </a:r>
            <a:r>
              <a:rPr lang="de-DE"/>
              <a:t> vs. Information </a:t>
            </a:r>
            <a:r>
              <a:rPr lang="de-DE" err="1"/>
              <a:t>loss</a:t>
            </a:r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D1B2E1-B3F5-0B6B-5BCE-BB5F3351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A04761-91BC-8F93-D3A9-07223CE1E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B29E04D5-C382-A80A-31C8-237020DE0F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1520" y="1422399"/>
            <a:ext cx="4211792" cy="3492500"/>
          </a:xfrm>
        </p:spPr>
        <p:txBody>
          <a:bodyPr/>
          <a:lstStyle/>
          <a:p>
            <a:r>
              <a:rPr lang="de-DE"/>
              <a:t>Data </a:t>
            </a:r>
            <a:r>
              <a:rPr lang="de-DE" err="1"/>
              <a:t>overload</a:t>
            </a:r>
            <a:r>
              <a:rPr lang="de-DE"/>
              <a:t> and a </a:t>
            </a:r>
            <a:r>
              <a:rPr lang="de-DE" err="1"/>
              <a:t>complex</a:t>
            </a:r>
            <a:r>
              <a:rPr lang="de-DE"/>
              <a:t> </a:t>
            </a:r>
            <a:r>
              <a:rPr lang="de-DE" err="1"/>
              <a:t>information</a:t>
            </a:r>
            <a:r>
              <a:rPr lang="de-DE"/>
              <a:t> </a:t>
            </a:r>
            <a:r>
              <a:rPr lang="de-DE" err="1"/>
              <a:t>structure</a:t>
            </a:r>
            <a:r>
              <a:rPr lang="de-DE"/>
              <a:t> </a:t>
            </a:r>
          </a:p>
          <a:p>
            <a:pPr lvl="1"/>
            <a:r>
              <a:rPr lang="de-DE" err="1"/>
              <a:t>No</a:t>
            </a:r>
            <a:r>
              <a:rPr lang="de-DE"/>
              <a:t> quick </a:t>
            </a:r>
            <a:r>
              <a:rPr lang="de-DE" err="1"/>
              <a:t>access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relevant </a:t>
            </a:r>
            <a:r>
              <a:rPr lang="de-DE" err="1"/>
              <a:t>information</a:t>
            </a:r>
            <a:endParaRPr lang="de-DE"/>
          </a:p>
          <a:p>
            <a:r>
              <a:rPr lang="de-DE" err="1"/>
              <a:t>Too</a:t>
            </a:r>
            <a:r>
              <a:rPr lang="de-DE"/>
              <a:t> </a:t>
            </a:r>
            <a:r>
              <a:rPr lang="de-DE" err="1"/>
              <a:t>many</a:t>
            </a:r>
            <a:r>
              <a:rPr lang="de-DE"/>
              <a:t> </a:t>
            </a:r>
            <a:r>
              <a:rPr lang="de-DE" err="1"/>
              <a:t>details</a:t>
            </a:r>
            <a:r>
              <a:rPr lang="de-DE"/>
              <a:t> at </a:t>
            </a:r>
            <a:r>
              <a:rPr lang="de-DE" err="1"/>
              <a:t>once</a:t>
            </a:r>
            <a:r>
              <a:rPr lang="de-DE"/>
              <a:t> </a:t>
            </a:r>
          </a:p>
          <a:p>
            <a:pPr lvl="1"/>
            <a:r>
              <a:rPr lang="de-DE" err="1"/>
              <a:t>increased</a:t>
            </a:r>
            <a:r>
              <a:rPr lang="de-DE"/>
              <a:t> </a:t>
            </a:r>
            <a:r>
              <a:rPr lang="de-DE" err="1"/>
              <a:t>cognitive</a:t>
            </a:r>
            <a:r>
              <a:rPr lang="de-DE"/>
              <a:t> </a:t>
            </a:r>
            <a:r>
              <a:rPr lang="de-DE" err="1"/>
              <a:t>load</a:t>
            </a:r>
            <a:endParaRPr lang="de-DE"/>
          </a:p>
          <a:p>
            <a:r>
              <a:rPr lang="de-DE"/>
              <a:t>Users </a:t>
            </a:r>
            <a:r>
              <a:rPr lang="de-DE" err="1"/>
              <a:t>feel</a:t>
            </a:r>
            <a:r>
              <a:rPr lang="de-DE"/>
              <a:t> </a:t>
            </a:r>
            <a:r>
              <a:rPr lang="de-DE" err="1"/>
              <a:t>overwhelmed</a:t>
            </a:r>
            <a:r>
              <a:rPr lang="de-DE"/>
              <a:t> -&gt; </a:t>
            </a:r>
            <a:r>
              <a:rPr lang="de-DE" err="1"/>
              <a:t>dashboard</a:t>
            </a:r>
            <a:r>
              <a:rPr lang="de-DE"/>
              <a:t> </a:t>
            </a:r>
            <a:r>
              <a:rPr lang="de-DE" err="1"/>
              <a:t>becomes</a:t>
            </a:r>
            <a:r>
              <a:rPr lang="de-DE"/>
              <a:t> </a:t>
            </a:r>
            <a:r>
              <a:rPr lang="de-DE" err="1"/>
              <a:t>inefficient</a:t>
            </a:r>
            <a:endParaRPr lang="de-DE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F846F634-4EDF-BAA0-34AD-BCFC605714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Over-</a:t>
            </a:r>
            <a:r>
              <a:rPr lang="de-DE" err="1"/>
              <a:t>simplification</a:t>
            </a:r>
            <a:r>
              <a:rPr lang="de-DE"/>
              <a:t> </a:t>
            </a:r>
            <a:r>
              <a:rPr lang="de-DE" err="1"/>
              <a:t>can</a:t>
            </a:r>
            <a:r>
              <a:rPr lang="de-DE"/>
              <a:t> </a:t>
            </a:r>
            <a:r>
              <a:rPr lang="de-DE" err="1"/>
              <a:t>lead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missing</a:t>
            </a:r>
            <a:r>
              <a:rPr lang="de-DE"/>
              <a:t> </a:t>
            </a:r>
            <a:r>
              <a:rPr lang="de-DE" err="1"/>
              <a:t>or</a:t>
            </a:r>
            <a:r>
              <a:rPr lang="de-DE"/>
              <a:t> </a:t>
            </a:r>
            <a:r>
              <a:rPr lang="de-DE" err="1"/>
              <a:t>hidden</a:t>
            </a:r>
            <a:r>
              <a:rPr lang="de-DE"/>
              <a:t> </a:t>
            </a:r>
            <a:r>
              <a:rPr lang="de-DE" err="1"/>
              <a:t>critical</a:t>
            </a:r>
            <a:r>
              <a:rPr lang="de-DE"/>
              <a:t> </a:t>
            </a:r>
            <a:r>
              <a:rPr lang="de-DE" err="1"/>
              <a:t>data</a:t>
            </a:r>
            <a:endParaRPr lang="de-DE"/>
          </a:p>
          <a:p>
            <a:r>
              <a:rPr lang="de-DE" err="1"/>
              <a:t>Important</a:t>
            </a:r>
            <a:r>
              <a:rPr lang="de-DE"/>
              <a:t> </a:t>
            </a:r>
            <a:r>
              <a:rPr lang="de-DE" err="1"/>
              <a:t>errors</a:t>
            </a:r>
            <a:r>
              <a:rPr lang="de-DE"/>
              <a:t>, </a:t>
            </a:r>
            <a:r>
              <a:rPr lang="de-DE" err="1"/>
              <a:t>deviations</a:t>
            </a:r>
            <a:r>
              <a:rPr lang="de-DE"/>
              <a:t>, </a:t>
            </a:r>
            <a:r>
              <a:rPr lang="de-DE" err="1"/>
              <a:t>or</a:t>
            </a:r>
            <a:r>
              <a:rPr lang="de-DE"/>
              <a:t> </a:t>
            </a:r>
            <a:r>
              <a:rPr lang="de-DE" err="1"/>
              <a:t>anomalies</a:t>
            </a:r>
            <a:r>
              <a:rPr lang="de-DE"/>
              <a:t> </a:t>
            </a:r>
            <a:r>
              <a:rPr lang="de-DE" err="1"/>
              <a:t>may</a:t>
            </a:r>
            <a:r>
              <a:rPr lang="de-DE"/>
              <a:t>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overlooked</a:t>
            </a:r>
            <a:endParaRPr lang="de-DE"/>
          </a:p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E9CF4C33-B19A-0B8A-0B70-7D56134BC7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Problem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Complexity</a:t>
            </a:r>
            <a:endParaRPr lang="de-DE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5ABE5B11-BE15-DABD-8462-4B5E0885DE7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Problem </a:t>
            </a:r>
            <a:r>
              <a:rPr lang="de-DE" err="1"/>
              <a:t>of</a:t>
            </a:r>
            <a:r>
              <a:rPr lang="de-DE"/>
              <a:t> Information </a:t>
            </a:r>
            <a:r>
              <a:rPr lang="de-DE" err="1"/>
              <a:t>loss</a:t>
            </a:r>
            <a:endParaRPr lang="de-DE"/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0815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17F4A3C-8A46-B1DE-13DC-BBB889ED0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5">
            <a:extLst>
              <a:ext uri="{FF2B5EF4-FFF2-40B4-BE49-F238E27FC236}">
                <a16:creationId xmlns:a16="http://schemas.microsoft.com/office/drawing/2014/main" id="{73A6C9F1-4ECE-BB05-929B-B8EE1D7BE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err="1"/>
              <a:t>Complex</a:t>
            </a:r>
            <a:r>
              <a:rPr lang="de-DE"/>
              <a:t> vs. Clear </a:t>
            </a:r>
            <a:r>
              <a:rPr lang="de-DE" err="1"/>
              <a:t>overview</a:t>
            </a:r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446AE9-DB80-E8E0-9B08-A453F047D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1D4B67-FF4D-EC7A-F278-B6D2A066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A8B85088-E0EA-AF34-C1F7-B02B995A1C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1520" y="1422399"/>
            <a:ext cx="4211792" cy="3492500"/>
          </a:xfrm>
        </p:spPr>
        <p:txBody>
          <a:bodyPr/>
          <a:lstStyle/>
          <a:p>
            <a:pPr marL="0" indent="0" algn="ctr">
              <a:buNone/>
            </a:pPr>
            <a:r>
              <a:rPr lang="de-DE" sz="2000" b="1"/>
              <a:t>+</a:t>
            </a:r>
          </a:p>
          <a:p>
            <a:r>
              <a:rPr lang="de-DE"/>
              <a:t>High </a:t>
            </a:r>
            <a:r>
              <a:rPr lang="de-DE" err="1"/>
              <a:t>flexibility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advanced</a:t>
            </a:r>
            <a:r>
              <a:rPr lang="de-DE"/>
              <a:t> </a:t>
            </a:r>
            <a:r>
              <a:rPr lang="de-DE" err="1"/>
              <a:t>or</a:t>
            </a:r>
            <a:r>
              <a:rPr lang="de-DE"/>
              <a:t> expert </a:t>
            </a:r>
            <a:r>
              <a:rPr lang="de-DE" err="1"/>
              <a:t>users</a:t>
            </a:r>
            <a:endParaRPr lang="de-DE"/>
          </a:p>
          <a:p>
            <a:r>
              <a:rPr lang="de-DE" err="1"/>
              <a:t>No</a:t>
            </a:r>
            <a:r>
              <a:rPr lang="de-DE"/>
              <a:t> </a:t>
            </a:r>
            <a:r>
              <a:rPr lang="de-DE" err="1"/>
              <a:t>loss</a:t>
            </a:r>
            <a:r>
              <a:rPr lang="de-DE"/>
              <a:t> of </a:t>
            </a:r>
            <a:r>
              <a:rPr lang="de-DE" err="1"/>
              <a:t>potentially</a:t>
            </a:r>
            <a:r>
              <a:rPr lang="de-DE"/>
              <a:t> relevant </a:t>
            </a:r>
            <a:r>
              <a:rPr lang="de-DE" err="1"/>
              <a:t>medical</a:t>
            </a:r>
            <a:r>
              <a:rPr lang="de-DE"/>
              <a:t> </a:t>
            </a:r>
            <a:r>
              <a:rPr lang="de-DE" err="1"/>
              <a:t>information</a:t>
            </a:r>
            <a:endParaRPr lang="de-DE"/>
          </a:p>
          <a:p>
            <a:pPr marL="0" indent="0" algn="ctr">
              <a:buNone/>
            </a:pPr>
            <a:r>
              <a:rPr lang="de-DE" sz="2000" b="1"/>
              <a:t>-</a:t>
            </a:r>
            <a:endParaRPr lang="de-DE" b="1"/>
          </a:p>
          <a:p>
            <a:r>
              <a:rPr lang="de-DE" err="1"/>
              <a:t>Difficult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quickly</a:t>
            </a:r>
            <a:r>
              <a:rPr lang="de-DE"/>
              <a:t> </a:t>
            </a:r>
            <a:r>
              <a:rPr lang="de-DE" err="1"/>
              <a:t>access</a:t>
            </a:r>
            <a:r>
              <a:rPr lang="de-DE"/>
              <a:t> relevant </a:t>
            </a:r>
            <a:r>
              <a:rPr lang="de-DE" err="1"/>
              <a:t>information</a:t>
            </a:r>
            <a:endParaRPr lang="de-DE"/>
          </a:p>
          <a:p>
            <a:r>
              <a:rPr lang="de-DE" err="1"/>
              <a:t>Increased</a:t>
            </a:r>
            <a:r>
              <a:rPr lang="de-DE"/>
              <a:t> </a:t>
            </a:r>
            <a:r>
              <a:rPr lang="de-DE" err="1"/>
              <a:t>manual</a:t>
            </a:r>
            <a:r>
              <a:rPr lang="de-DE"/>
              <a:t> </a:t>
            </a:r>
            <a:r>
              <a:rPr lang="de-DE" err="1"/>
              <a:t>effort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verify</a:t>
            </a:r>
            <a:r>
              <a:rPr lang="de-DE"/>
              <a:t> </a:t>
            </a:r>
            <a:r>
              <a:rPr lang="de-DE" err="1"/>
              <a:t>data</a:t>
            </a:r>
            <a:r>
              <a:rPr lang="de-DE"/>
              <a:t> </a:t>
            </a:r>
            <a:r>
              <a:rPr lang="de-DE" err="1"/>
              <a:t>completeness</a:t>
            </a:r>
            <a:r>
              <a:rPr lang="de-DE"/>
              <a:t> and </a:t>
            </a:r>
            <a:r>
              <a:rPr lang="de-DE" err="1"/>
              <a:t>relevance</a:t>
            </a:r>
            <a:endParaRPr lang="de-DE"/>
          </a:p>
          <a:p>
            <a:r>
              <a:rPr lang="de-DE"/>
              <a:t>Higher </a:t>
            </a:r>
            <a:r>
              <a:rPr lang="de-DE" err="1"/>
              <a:t>risk</a:t>
            </a:r>
            <a:r>
              <a:rPr lang="de-DE"/>
              <a:t> of </a:t>
            </a:r>
            <a:r>
              <a:rPr lang="de-DE" err="1"/>
              <a:t>overlooking</a:t>
            </a:r>
            <a:r>
              <a:rPr lang="de-DE"/>
              <a:t> </a:t>
            </a:r>
            <a:r>
              <a:rPr lang="de-DE" err="1"/>
              <a:t>data</a:t>
            </a:r>
            <a:endParaRPr lang="de-DE"/>
          </a:p>
          <a:p>
            <a:endParaRPr lang="de-DE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2D0179B5-0CD4-BB61-373F-CAEEF50818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9949" y="1422400"/>
            <a:ext cx="4259851" cy="3492500"/>
          </a:xfrm>
        </p:spPr>
        <p:txBody>
          <a:bodyPr/>
          <a:lstStyle/>
          <a:p>
            <a:pPr marL="0" lvl="0" indent="0" algn="ctr">
              <a:buClr>
                <a:srgbClr val="006AB3"/>
              </a:buClr>
              <a:buNone/>
            </a:pPr>
            <a:r>
              <a:rPr lang="de-DE" sz="2000" b="1">
                <a:solidFill>
                  <a:prstClr val="black"/>
                </a:solidFill>
              </a:rPr>
              <a:t>+</a:t>
            </a:r>
            <a:endParaRPr lang="de-DE"/>
          </a:p>
          <a:p>
            <a:r>
              <a:rPr lang="de-DE" err="1"/>
              <a:t>Reduced</a:t>
            </a:r>
            <a:r>
              <a:rPr lang="de-DE"/>
              <a:t> </a:t>
            </a:r>
            <a:r>
              <a:rPr lang="de-DE" err="1"/>
              <a:t>visual</a:t>
            </a:r>
            <a:r>
              <a:rPr lang="de-DE"/>
              <a:t> </a:t>
            </a:r>
            <a:r>
              <a:rPr lang="de-DE" err="1"/>
              <a:t>clutter</a:t>
            </a:r>
            <a:r>
              <a:rPr lang="de-DE"/>
              <a:t> and cleaner interface</a:t>
            </a:r>
          </a:p>
          <a:p>
            <a:r>
              <a:rPr lang="de-DE"/>
              <a:t>Supports a </a:t>
            </a:r>
            <a:r>
              <a:rPr lang="de-DE" err="1"/>
              <a:t>structured</a:t>
            </a:r>
            <a:r>
              <a:rPr lang="de-DE"/>
              <a:t>, </a:t>
            </a:r>
            <a:r>
              <a:rPr lang="de-DE" err="1"/>
              <a:t>step-by-step</a:t>
            </a:r>
            <a:r>
              <a:rPr lang="de-DE"/>
              <a:t> </a:t>
            </a:r>
            <a:r>
              <a:rPr lang="de-DE" err="1"/>
              <a:t>exploration</a:t>
            </a:r>
            <a:r>
              <a:rPr lang="de-DE"/>
              <a:t> of </a:t>
            </a:r>
            <a:r>
              <a:rPr lang="de-DE" err="1"/>
              <a:t>data</a:t>
            </a:r>
            <a:endParaRPr lang="de-DE"/>
          </a:p>
          <a:p>
            <a:r>
              <a:rPr lang="de-DE" err="1"/>
              <a:t>Helps</a:t>
            </a:r>
            <a:r>
              <a:rPr lang="de-DE"/>
              <a:t> </a:t>
            </a:r>
            <a:r>
              <a:rPr lang="de-DE" err="1"/>
              <a:t>maintain</a:t>
            </a:r>
            <a:r>
              <a:rPr lang="de-DE"/>
              <a:t> </a:t>
            </a:r>
            <a:r>
              <a:rPr lang="de-DE" err="1"/>
              <a:t>focus</a:t>
            </a:r>
            <a:r>
              <a:rPr lang="de-DE"/>
              <a:t> on individual </a:t>
            </a:r>
            <a:r>
              <a:rPr lang="de-DE" err="1"/>
              <a:t>patients</a:t>
            </a:r>
            <a:endParaRPr lang="de-DE"/>
          </a:p>
          <a:p>
            <a:pPr marL="0" lvl="0" indent="0" algn="ctr">
              <a:buClr>
                <a:srgbClr val="006AB3"/>
              </a:buClr>
              <a:buNone/>
            </a:pPr>
            <a:r>
              <a:rPr lang="de-DE" sz="2000" b="1">
                <a:solidFill>
                  <a:prstClr val="black"/>
                </a:solidFill>
              </a:rPr>
              <a:t>-</a:t>
            </a:r>
            <a:endParaRPr lang="de-DE"/>
          </a:p>
          <a:p>
            <a:r>
              <a:rPr lang="de-DE"/>
              <a:t>Over-</a:t>
            </a:r>
            <a:r>
              <a:rPr lang="de-DE" err="1"/>
              <a:t>simplification</a:t>
            </a:r>
            <a:r>
              <a:rPr lang="de-DE"/>
              <a:t> </a:t>
            </a:r>
            <a:r>
              <a:rPr lang="de-DE" err="1"/>
              <a:t>can</a:t>
            </a:r>
            <a:r>
              <a:rPr lang="de-DE"/>
              <a:t> </a:t>
            </a:r>
            <a:r>
              <a:rPr lang="de-DE" err="1"/>
              <a:t>lead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missing</a:t>
            </a:r>
            <a:r>
              <a:rPr lang="de-DE"/>
              <a:t> </a:t>
            </a:r>
            <a:r>
              <a:rPr lang="de-DE" err="1"/>
              <a:t>or</a:t>
            </a:r>
            <a:r>
              <a:rPr lang="de-DE"/>
              <a:t> </a:t>
            </a:r>
            <a:r>
              <a:rPr lang="de-DE" err="1"/>
              <a:t>hidden</a:t>
            </a:r>
            <a:r>
              <a:rPr lang="de-DE"/>
              <a:t> </a:t>
            </a:r>
            <a:r>
              <a:rPr lang="de-DE" err="1"/>
              <a:t>critical</a:t>
            </a:r>
            <a:r>
              <a:rPr lang="de-DE"/>
              <a:t> </a:t>
            </a:r>
            <a:r>
              <a:rPr lang="de-DE" err="1"/>
              <a:t>data</a:t>
            </a:r>
            <a:endParaRPr lang="de-DE"/>
          </a:p>
          <a:p>
            <a:r>
              <a:rPr lang="de-DE" err="1"/>
              <a:t>Important</a:t>
            </a:r>
            <a:r>
              <a:rPr lang="de-DE"/>
              <a:t> </a:t>
            </a:r>
            <a:r>
              <a:rPr lang="de-DE" err="1"/>
              <a:t>errors</a:t>
            </a:r>
            <a:r>
              <a:rPr lang="de-DE"/>
              <a:t>, </a:t>
            </a:r>
            <a:r>
              <a:rPr lang="de-DE" err="1"/>
              <a:t>deviations</a:t>
            </a:r>
            <a:r>
              <a:rPr lang="de-DE"/>
              <a:t>, </a:t>
            </a:r>
            <a:r>
              <a:rPr lang="de-DE" err="1"/>
              <a:t>or</a:t>
            </a:r>
            <a:r>
              <a:rPr lang="de-DE"/>
              <a:t> </a:t>
            </a:r>
            <a:r>
              <a:rPr lang="de-DE" err="1"/>
              <a:t>anomalies</a:t>
            </a:r>
            <a:r>
              <a:rPr lang="de-DE"/>
              <a:t> </a:t>
            </a:r>
            <a:r>
              <a:rPr lang="de-DE" err="1"/>
              <a:t>may</a:t>
            </a:r>
            <a:r>
              <a:rPr lang="de-DE"/>
              <a:t>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overlooked</a:t>
            </a:r>
            <a:endParaRPr lang="de-DE"/>
          </a:p>
          <a:p>
            <a:endParaRPr lang="de-DE"/>
          </a:p>
          <a:p>
            <a:endParaRPr lang="de-DE"/>
          </a:p>
        </p:txBody>
      </p:sp>
      <p:sp>
        <p:nvSpPr>
          <p:cNvPr id="3" name="Textplatzhalter 10">
            <a:extLst>
              <a:ext uri="{FF2B5EF4-FFF2-40B4-BE49-F238E27FC236}">
                <a16:creationId xmlns:a16="http://schemas.microsoft.com/office/drawing/2014/main" id="{FDE6AFF5-B113-3FD6-2134-8E886B22964A}"/>
              </a:ext>
            </a:extLst>
          </p:cNvPr>
          <p:cNvSpPr txBox="1">
            <a:spLocks/>
          </p:cNvSpPr>
          <p:nvPr/>
        </p:nvSpPr>
        <p:spPr>
          <a:xfrm>
            <a:off x="522288" y="1089025"/>
            <a:ext cx="3937000" cy="333375"/>
          </a:xfrm>
          <a:prstGeom prst="rect">
            <a:avLst/>
          </a:prstGeom>
        </p:spPr>
        <p:txBody>
          <a:bodyPr vert="horz" lIns="0" tIns="7200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 2" panose="05020102010507070707" pitchFamily="18" charset="2"/>
              <a:buNone/>
              <a:defRPr sz="1800" kern="1200">
                <a:solidFill>
                  <a:srgbClr val="006AB3"/>
                </a:solidFill>
                <a:latin typeface="+mn-lt"/>
                <a:ea typeface="+mn-ea"/>
                <a:cs typeface="+mn-cs"/>
              </a:defRPr>
            </a:lvl1pPr>
            <a:lvl2pPr marL="541338" indent="-2746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6"/>
              </a:buClr>
              <a:buFont typeface="Wingdings 2" panose="05020102010507070707" pitchFamily="18" charset="2"/>
              <a:buChar char="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8038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6"/>
              </a:buClr>
              <a:buFont typeface="Wingdings 2" panose="05020102010507070707" pitchFamily="18" charset="2"/>
              <a:buChar char="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4738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 2" panose="05020102010507070707" pitchFamily="18" charset="2"/>
              <a:buChar char="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738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 2" panose="05020102010507070707" pitchFamily="18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err="1"/>
              <a:t>Complex</a:t>
            </a:r>
            <a:r>
              <a:rPr lang="de-DE"/>
              <a:t> </a:t>
            </a:r>
            <a:r>
              <a:rPr lang="de-DE" err="1"/>
              <a:t>overview</a:t>
            </a:r>
            <a:r>
              <a:rPr lang="de-DE"/>
              <a:t> 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E1E526B-DC79-7887-A7A3-5847AD13AC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vert="horz" lIns="0" tIns="72000" rIns="0" bIns="0" rtlCol="0" anchor="t">
            <a:noAutofit/>
          </a:bodyPr>
          <a:lstStyle/>
          <a:p>
            <a:r>
              <a:rPr lang="de-DE"/>
              <a:t>Clear </a:t>
            </a:r>
            <a:r>
              <a:rPr lang="de-DE" err="1"/>
              <a:t>overview</a:t>
            </a:r>
            <a:endParaRPr lang="de-DE"/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9726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08C95-09B0-71E3-C9E8-BD152A40F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5">
            <a:extLst>
              <a:ext uri="{FF2B5EF4-FFF2-40B4-BE49-F238E27FC236}">
                <a16:creationId xmlns:a16="http://schemas.microsoft.com/office/drawing/2014/main" id="{ECEE8740-5911-169B-EEBC-190943A82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Dashboard improvements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AD19C8-11C0-A01B-AFE3-BC7A1BA84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366CD6-A255-6BB2-A435-24B89766F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871F4272-13E0-30CB-BDFA-31442F20BC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1520" y="1422399"/>
            <a:ext cx="4211792" cy="3492500"/>
          </a:xfrm>
        </p:spPr>
        <p:txBody>
          <a:bodyPr vert="horz" lIns="0" tIns="72000" rIns="0" bIns="0" rtlCol="0" anchor="t">
            <a:noAutofit/>
          </a:bodyPr>
          <a:lstStyle/>
          <a:p>
            <a:r>
              <a:rPr lang="de-DE" err="1"/>
              <a:t>Enable</a:t>
            </a:r>
            <a:r>
              <a:rPr lang="de-DE"/>
              <a:t> </a:t>
            </a:r>
            <a:r>
              <a:rPr lang="de-DE" err="1"/>
              <a:t>physicians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get</a:t>
            </a:r>
            <a:r>
              <a:rPr lang="de-DE"/>
              <a:t> a fast </a:t>
            </a:r>
            <a:r>
              <a:rPr lang="de-DE" err="1"/>
              <a:t>overview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patient</a:t>
            </a:r>
            <a:r>
              <a:rPr lang="de-DE"/>
              <a:t> </a:t>
            </a:r>
            <a:r>
              <a:rPr lang="de-DE" err="1"/>
              <a:t>or</a:t>
            </a:r>
            <a:r>
              <a:rPr lang="de-DE"/>
              <a:t> </a:t>
            </a:r>
            <a:r>
              <a:rPr lang="de-DE" err="1"/>
              <a:t>study</a:t>
            </a:r>
            <a:r>
              <a:rPr lang="de-DE"/>
              <a:t> </a:t>
            </a:r>
            <a:r>
              <a:rPr lang="de-DE" err="1"/>
              <a:t>status</a:t>
            </a:r>
            <a:endParaRPr lang="de-DE"/>
          </a:p>
          <a:p>
            <a:r>
              <a:rPr lang="de-DE" err="1"/>
              <a:t>No</a:t>
            </a:r>
            <a:r>
              <a:rPr lang="de-DE"/>
              <a:t> </a:t>
            </a:r>
            <a:r>
              <a:rPr lang="de-DE" err="1"/>
              <a:t>need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dive</a:t>
            </a:r>
            <a:r>
              <a:rPr lang="de-DE"/>
              <a:t> </a:t>
            </a:r>
            <a:r>
              <a:rPr lang="de-DE" err="1"/>
              <a:t>into</a:t>
            </a:r>
            <a:r>
              <a:rPr lang="de-DE"/>
              <a:t> </a:t>
            </a:r>
            <a:r>
              <a:rPr lang="de-DE" err="1"/>
              <a:t>detailed</a:t>
            </a:r>
            <a:r>
              <a:rPr lang="de-DE"/>
              <a:t> </a:t>
            </a:r>
            <a:r>
              <a:rPr lang="de-DE" err="1"/>
              <a:t>data</a:t>
            </a:r>
            <a:endParaRPr lang="de-DE"/>
          </a:p>
          <a:p>
            <a:r>
              <a:rPr lang="de-DE"/>
              <a:t>Use Case:</a:t>
            </a:r>
            <a:endParaRPr lang="de-DE">
              <a:cs typeface="Arial"/>
            </a:endParaRPr>
          </a:p>
          <a:p>
            <a:pPr marL="541020" lvl="1" indent="-274320"/>
            <a:r>
              <a:rPr lang="de-DE"/>
              <a:t>Quickly check </a:t>
            </a:r>
            <a:r>
              <a:rPr lang="de-DE" err="1"/>
              <a:t>if</a:t>
            </a:r>
            <a:r>
              <a:rPr lang="de-DE"/>
              <a:t> </a:t>
            </a:r>
            <a:r>
              <a:rPr lang="de-DE" err="1"/>
              <a:t>questionnaires</a:t>
            </a:r>
            <a:r>
              <a:rPr lang="de-DE"/>
              <a:t> </a:t>
            </a:r>
            <a:r>
              <a:rPr lang="de-DE" err="1"/>
              <a:t>were</a:t>
            </a:r>
            <a:r>
              <a:rPr lang="de-DE"/>
              <a:t> </a:t>
            </a:r>
            <a:r>
              <a:rPr lang="de-DE" err="1"/>
              <a:t>completed</a:t>
            </a:r>
            <a:endParaRPr lang="de-DE">
              <a:cs typeface="Arial"/>
            </a:endParaRPr>
          </a:p>
          <a:p>
            <a:pPr marL="541020" lvl="1" indent="-274320"/>
            <a:r>
              <a:rPr lang="de-DE" err="1"/>
              <a:t>Identify</a:t>
            </a:r>
            <a:r>
              <a:rPr lang="de-DE"/>
              <a:t> </a:t>
            </a:r>
            <a:r>
              <a:rPr lang="de-DE" err="1"/>
              <a:t>delays</a:t>
            </a:r>
            <a:r>
              <a:rPr lang="de-DE"/>
              <a:t> </a:t>
            </a:r>
            <a:r>
              <a:rPr lang="de-DE" err="1"/>
              <a:t>or</a:t>
            </a:r>
            <a:r>
              <a:rPr lang="de-DE"/>
              <a:t> </a:t>
            </a:r>
            <a:r>
              <a:rPr lang="de-DE" err="1"/>
              <a:t>missing</a:t>
            </a:r>
            <a:r>
              <a:rPr lang="de-DE"/>
              <a:t> </a:t>
            </a:r>
            <a:r>
              <a:rPr lang="de-DE" err="1"/>
              <a:t>data</a:t>
            </a:r>
            <a:r>
              <a:rPr lang="de-DE"/>
              <a:t> at </a:t>
            </a:r>
            <a:r>
              <a:rPr lang="de-DE" err="1"/>
              <a:t>study</a:t>
            </a:r>
            <a:r>
              <a:rPr lang="de-DE"/>
              <a:t> </a:t>
            </a:r>
            <a:r>
              <a:rPr lang="de-DE" err="1"/>
              <a:t>level</a:t>
            </a:r>
            <a:endParaRPr lang="de-DE">
              <a:cs typeface="Arial"/>
            </a:endParaRPr>
          </a:p>
          <a:p>
            <a:endParaRPr lang="de-DE">
              <a:cs typeface="Arial"/>
            </a:endParaRP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1B11EB50-AC0B-263C-D296-6AC8B5AE44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0" tIns="72000" rIns="0" bIns="0" rtlCol="0" anchor="t">
            <a:noAutofit/>
          </a:bodyPr>
          <a:lstStyle/>
          <a:p>
            <a:r>
              <a:rPr lang="de-DE"/>
              <a:t>Support in-</a:t>
            </a:r>
            <a:r>
              <a:rPr lang="de-DE" err="1"/>
              <a:t>depth</a:t>
            </a:r>
            <a:r>
              <a:rPr lang="de-DE"/>
              <a:t> </a:t>
            </a:r>
            <a:r>
              <a:rPr lang="de-DE" err="1"/>
              <a:t>analysis</a:t>
            </a:r>
            <a:r>
              <a:rPr lang="de-DE"/>
              <a:t> </a:t>
            </a:r>
            <a:r>
              <a:rPr lang="de-DE" err="1"/>
              <a:t>when</a:t>
            </a:r>
            <a:r>
              <a:rPr lang="de-DE"/>
              <a:t> </a:t>
            </a:r>
            <a:r>
              <a:rPr lang="de-DE" err="1"/>
              <a:t>more</a:t>
            </a:r>
            <a:r>
              <a:rPr lang="de-DE"/>
              <a:t> time </a:t>
            </a:r>
            <a:r>
              <a:rPr lang="de-DE" err="1"/>
              <a:t>or</a:t>
            </a:r>
            <a:r>
              <a:rPr lang="de-DE"/>
              <a:t> </a:t>
            </a:r>
            <a:r>
              <a:rPr lang="de-DE" err="1"/>
              <a:t>detailed</a:t>
            </a:r>
            <a:r>
              <a:rPr lang="de-DE"/>
              <a:t> </a:t>
            </a:r>
            <a:r>
              <a:rPr lang="de-DE" err="1"/>
              <a:t>understanding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required</a:t>
            </a:r>
            <a:endParaRPr lang="de-DE"/>
          </a:p>
          <a:p>
            <a:r>
              <a:rPr lang="de-DE"/>
              <a:t>Use Case:</a:t>
            </a:r>
          </a:p>
          <a:p>
            <a:pPr marL="541020" lvl="1" indent="-274320"/>
            <a:r>
              <a:rPr lang="de-DE"/>
              <a:t>Analyze </a:t>
            </a:r>
            <a:r>
              <a:rPr lang="de-DE" err="1"/>
              <a:t>patient</a:t>
            </a:r>
            <a:r>
              <a:rPr lang="de-DE"/>
              <a:t> </a:t>
            </a:r>
            <a:r>
              <a:rPr lang="de-DE" err="1"/>
              <a:t>progress</a:t>
            </a:r>
            <a:r>
              <a:rPr lang="de-DE"/>
              <a:t> </a:t>
            </a:r>
            <a:r>
              <a:rPr lang="de-DE" err="1"/>
              <a:t>over</a:t>
            </a:r>
            <a:r>
              <a:rPr lang="de-DE"/>
              <a:t> time</a:t>
            </a:r>
            <a:endParaRPr lang="de-DE">
              <a:cs typeface="Arial"/>
            </a:endParaRPr>
          </a:p>
          <a:p>
            <a:pPr marL="541020" lvl="1" indent="-274320"/>
            <a:r>
              <a:rPr lang="de-DE"/>
              <a:t>Review </a:t>
            </a:r>
            <a:r>
              <a:rPr lang="de-DE" err="1"/>
              <a:t>complete</a:t>
            </a:r>
            <a:r>
              <a:rPr lang="de-DE"/>
              <a:t> </a:t>
            </a:r>
            <a:r>
              <a:rPr lang="de-DE" err="1"/>
              <a:t>data</a:t>
            </a:r>
            <a:r>
              <a:rPr lang="de-DE"/>
              <a:t> </a:t>
            </a:r>
            <a:r>
              <a:rPr lang="de-DE" err="1"/>
              <a:t>history</a:t>
            </a:r>
            <a:r>
              <a:rPr lang="de-DE"/>
              <a:t> and </a:t>
            </a:r>
            <a:r>
              <a:rPr lang="de-DE" err="1"/>
              <a:t>questionnaire</a:t>
            </a:r>
            <a:r>
              <a:rPr lang="de-DE"/>
              <a:t> </a:t>
            </a:r>
            <a:r>
              <a:rPr lang="de-DE" err="1"/>
              <a:t>results</a:t>
            </a:r>
            <a:endParaRPr lang="de-DE">
              <a:cs typeface="Arial"/>
            </a:endParaRPr>
          </a:p>
          <a:p>
            <a:endParaRPr lang="de-DE">
              <a:cs typeface="Arial"/>
            </a:endParaRP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EC48473-4E40-7D3E-7DC2-D080D5FF42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Quick Check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0D6ECE13-32D6-B5BE-A587-C1CCCBC255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Deep Analysis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612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2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45A1-DBDF-9549-C2D3-F69BE6E66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B385AF-EB5F-2C82-8708-875D8E6F5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Outlook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2523408-D225-B652-3BB5-A95EB2D3B9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5D576C-D63A-3EA8-02B2-FF96582D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768AA89-15FF-A15E-7681-63AB82CBEF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1550" y="1422399"/>
            <a:ext cx="7434826" cy="3492500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de-DE" err="1"/>
              <a:t>Improving</a:t>
            </a:r>
            <a:r>
              <a:rPr lang="de-DE"/>
              <a:t> </a:t>
            </a:r>
            <a:r>
              <a:rPr lang="de-DE" err="1"/>
              <a:t>user</a:t>
            </a:r>
            <a:r>
              <a:rPr lang="de-DE"/>
              <a:t> </a:t>
            </a:r>
            <a:r>
              <a:rPr lang="de-DE" err="1"/>
              <a:t>journey</a:t>
            </a:r>
            <a:endParaRPr lang="de-DE"/>
          </a:p>
          <a:p>
            <a:pPr lvl="1">
              <a:buFont typeface="Wingdings" pitchFamily="2" charset="2"/>
              <a:buChar char="§"/>
            </a:pPr>
            <a:r>
              <a:rPr lang="de-DE" err="1"/>
              <a:t>Less</a:t>
            </a:r>
            <a:r>
              <a:rPr lang="de-DE"/>
              <a:t> </a:t>
            </a:r>
            <a:r>
              <a:rPr lang="de-DE" err="1"/>
              <a:t>clicks</a:t>
            </a:r>
            <a:r>
              <a:rPr lang="de-DE"/>
              <a:t>, </a:t>
            </a:r>
            <a:r>
              <a:rPr lang="de-DE" err="1"/>
              <a:t>clear</a:t>
            </a:r>
            <a:r>
              <a:rPr lang="de-DE"/>
              <a:t> </a:t>
            </a:r>
            <a:r>
              <a:rPr lang="de-DE" err="1"/>
              <a:t>steps</a:t>
            </a:r>
            <a:endParaRPr lang="de-DE"/>
          </a:p>
          <a:p>
            <a:pPr lvl="1">
              <a:buFont typeface="Wingdings" pitchFamily="2" charset="2"/>
              <a:buChar char="§"/>
            </a:pPr>
            <a:r>
              <a:rPr lang="de-DE" err="1"/>
              <a:t>Redesign</a:t>
            </a:r>
            <a:r>
              <a:rPr lang="de-DE"/>
              <a:t> </a:t>
            </a:r>
            <a:r>
              <a:rPr lang="de-DE" err="1"/>
              <a:t>user</a:t>
            </a:r>
            <a:r>
              <a:rPr lang="de-DE"/>
              <a:t> </a:t>
            </a:r>
            <a:r>
              <a:rPr lang="de-DE" err="1"/>
              <a:t>flow</a:t>
            </a:r>
            <a:endParaRPr lang="de-DE"/>
          </a:p>
          <a:p>
            <a:pPr marL="266700" lvl="1" indent="0">
              <a:buNone/>
            </a:pPr>
            <a:endParaRPr lang="de-DE"/>
          </a:p>
          <a:p>
            <a:pPr>
              <a:buFont typeface="Wingdings" pitchFamily="2" charset="2"/>
              <a:buChar char="§"/>
            </a:pPr>
            <a:r>
              <a:rPr lang="de-DE" err="1"/>
              <a:t>Implementing</a:t>
            </a:r>
            <a:r>
              <a:rPr lang="de-DE"/>
              <a:t> </a:t>
            </a:r>
            <a:r>
              <a:rPr lang="de-DE" err="1"/>
              <a:t>clear</a:t>
            </a:r>
            <a:r>
              <a:rPr lang="de-DE"/>
              <a:t> UX </a:t>
            </a:r>
            <a:r>
              <a:rPr lang="de-DE" err="1"/>
              <a:t>principles</a:t>
            </a:r>
            <a:r>
              <a:rPr lang="de-DE"/>
              <a:t> (</a:t>
            </a:r>
            <a:r>
              <a:rPr lang="de-DE" err="1"/>
              <a:t>Prototyping</a:t>
            </a:r>
            <a:r>
              <a:rPr lang="de-DE"/>
              <a:t>)</a:t>
            </a:r>
          </a:p>
          <a:p>
            <a:pPr lvl="1">
              <a:buFont typeface="Wingdings" pitchFamily="2" charset="2"/>
              <a:buChar char="§"/>
            </a:pPr>
            <a:r>
              <a:rPr lang="de-DE"/>
              <a:t>Hypothesis </a:t>
            </a:r>
            <a:r>
              <a:rPr lang="de-DE" err="1"/>
              <a:t>based</a:t>
            </a:r>
            <a:r>
              <a:rPr lang="de-DE"/>
              <a:t> </a:t>
            </a:r>
            <a:r>
              <a:rPr lang="de-DE" err="1"/>
              <a:t>solutions</a:t>
            </a:r>
            <a:endParaRPr lang="de-DE"/>
          </a:p>
          <a:p>
            <a:pPr lvl="1">
              <a:buFont typeface="Wingdings" pitchFamily="2" charset="2"/>
              <a:buChar char="§"/>
            </a:pPr>
            <a:r>
              <a:rPr lang="de-DE"/>
              <a:t>Low-</a:t>
            </a:r>
            <a:r>
              <a:rPr lang="de-DE" err="1"/>
              <a:t>fidelity</a:t>
            </a:r>
            <a:r>
              <a:rPr lang="de-DE"/>
              <a:t> </a:t>
            </a:r>
            <a:r>
              <a:rPr lang="de-DE" err="1"/>
              <a:t>wireframes</a:t>
            </a:r>
            <a:endParaRPr lang="de-DE"/>
          </a:p>
          <a:p>
            <a:pPr lvl="1">
              <a:buFont typeface="Wingdings" pitchFamily="2" charset="2"/>
              <a:buChar char="§"/>
            </a:pPr>
            <a:r>
              <a:rPr lang="de-DE"/>
              <a:t>Interface </a:t>
            </a:r>
            <a:r>
              <a:rPr lang="de-DE" err="1"/>
              <a:t>variants</a:t>
            </a:r>
            <a:endParaRPr lang="de-DE"/>
          </a:p>
          <a:p>
            <a:pPr lvl="1">
              <a:buFont typeface="Wingdings" pitchFamily="2" charset="2"/>
              <a:buChar char="§"/>
            </a:pPr>
            <a:endParaRPr lang="de-DE"/>
          </a:p>
          <a:p>
            <a:pPr>
              <a:buFont typeface="Wingdings" pitchFamily="2" charset="2"/>
              <a:buChar char="§"/>
            </a:pPr>
            <a:r>
              <a:rPr lang="de-DE"/>
              <a:t>Test &amp; </a:t>
            </a:r>
            <a:r>
              <a:rPr lang="de-DE" err="1"/>
              <a:t>validation</a:t>
            </a:r>
            <a:endParaRPr lang="de-DE"/>
          </a:p>
        </p:txBody>
      </p:sp>
      <p:pic>
        <p:nvPicPr>
          <p:cNvPr id="5" name="Grafik 4" descr="Ein Bild, das Menschliches Gesicht, Kleidung, Person, Im Haus enthält.&#10;&#10;KI-generierte Inhalte können fehlerhaft sein.">
            <a:extLst>
              <a:ext uri="{FF2B5EF4-FFF2-40B4-BE49-F238E27FC236}">
                <a16:creationId xmlns:a16="http://schemas.microsoft.com/office/drawing/2014/main" id="{E842B74C-956E-F323-248D-1E6C0239CB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28" t="4967" r="34782" b="25"/>
          <a:stretch>
            <a:fillRect/>
          </a:stretch>
        </p:blipFill>
        <p:spPr>
          <a:xfrm>
            <a:off x="5249560" y="1266457"/>
            <a:ext cx="3894440" cy="367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328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4EC0604B-C6DB-4029-AA65-46A9FBB96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Tabellen 2 (bearbeiten)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4D1ADDC-1689-4E0F-ACE1-FA7E3836F1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BA1EF7B-F04D-492C-B06F-F528B5FE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BEF25A1A-FA6E-4E1F-9F73-FF4B644121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Inhalt Ebene 1 (bearbeiten)</a:t>
            </a:r>
          </a:p>
          <a:p>
            <a:pPr lvl="1"/>
            <a:r>
              <a:rPr lang="de-DE"/>
              <a:t>Ebene 2</a:t>
            </a:r>
          </a:p>
          <a:p>
            <a:pPr lvl="2"/>
            <a:r>
              <a:rPr lang="de-DE"/>
              <a:t>Ebene 3</a:t>
            </a:r>
          </a:p>
          <a:p>
            <a:r>
              <a:rPr lang="de-DE"/>
              <a:t>Ebene 1</a:t>
            </a:r>
          </a:p>
          <a:p>
            <a:r>
              <a:rPr lang="de-DE"/>
              <a:t>Ebene 1</a:t>
            </a:r>
          </a:p>
          <a:p>
            <a:r>
              <a:rPr lang="de-DE"/>
              <a:t>Ebene 1</a:t>
            </a:r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DA80E99C-A001-43ED-B38F-C198619F1BB9}"/>
              </a:ext>
            </a:extLst>
          </p:cNvPr>
          <p:cNvGraphicFramePr>
            <a:graphicFrameLocks noGrp="1"/>
          </p:cNvGraphicFramePr>
          <p:nvPr>
            <p:ph idx="15"/>
            <p:extLst>
              <p:ext uri="{D42A27DB-BD31-4B8C-83A1-F6EECF244321}">
                <p14:modId xmlns:p14="http://schemas.microsoft.com/office/powerpoint/2010/main" val="136818118"/>
              </p:ext>
            </p:extLst>
          </p:nvPr>
        </p:nvGraphicFramePr>
        <p:xfrm>
          <a:off x="3311525" y="1422400"/>
          <a:ext cx="5311775" cy="3240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62355">
                  <a:extLst>
                    <a:ext uri="{9D8B030D-6E8A-4147-A177-3AD203B41FA5}">
                      <a16:colId xmlns:a16="http://schemas.microsoft.com/office/drawing/2014/main" val="1968835348"/>
                    </a:ext>
                  </a:extLst>
                </a:gridCol>
                <a:gridCol w="1062355">
                  <a:extLst>
                    <a:ext uri="{9D8B030D-6E8A-4147-A177-3AD203B41FA5}">
                      <a16:colId xmlns:a16="http://schemas.microsoft.com/office/drawing/2014/main" val="2341053232"/>
                    </a:ext>
                  </a:extLst>
                </a:gridCol>
                <a:gridCol w="1062355">
                  <a:extLst>
                    <a:ext uri="{9D8B030D-6E8A-4147-A177-3AD203B41FA5}">
                      <a16:colId xmlns:a16="http://schemas.microsoft.com/office/drawing/2014/main" val="4067485297"/>
                    </a:ext>
                  </a:extLst>
                </a:gridCol>
                <a:gridCol w="1062355">
                  <a:extLst>
                    <a:ext uri="{9D8B030D-6E8A-4147-A177-3AD203B41FA5}">
                      <a16:colId xmlns:a16="http://schemas.microsoft.com/office/drawing/2014/main" val="3381959577"/>
                    </a:ext>
                  </a:extLst>
                </a:gridCol>
                <a:gridCol w="1062355">
                  <a:extLst>
                    <a:ext uri="{9D8B030D-6E8A-4147-A177-3AD203B41FA5}">
                      <a16:colId xmlns:a16="http://schemas.microsoft.com/office/drawing/2014/main" val="2911842431"/>
                    </a:ext>
                  </a:extLst>
                </a:gridCol>
              </a:tblGrid>
              <a:tr h="405095">
                <a:tc>
                  <a:txBody>
                    <a:bodyPr/>
                    <a:lstStyle/>
                    <a:p>
                      <a:pPr algn="ctr"/>
                      <a:r>
                        <a:rPr lang="de-DE" sz="1400" b="1" err="1">
                          <a:solidFill>
                            <a:schemeClr val="tx2"/>
                          </a:solidFill>
                          <a:latin typeface="+mn-lt"/>
                        </a:rPr>
                        <a:t>Lorem</a:t>
                      </a:r>
                      <a:endParaRPr lang="de-DE" sz="1400" b="1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marL="68590" marR="68590" marT="34295" marB="34295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err="1">
                          <a:solidFill>
                            <a:schemeClr val="tx1"/>
                          </a:solidFill>
                          <a:latin typeface="+mn-lt"/>
                        </a:rPr>
                        <a:t>Lorem</a:t>
                      </a:r>
                      <a:endParaRPr lang="de-DE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90" marR="68590" marT="34295" marB="34295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err="1">
                          <a:solidFill>
                            <a:schemeClr val="tx1"/>
                          </a:solidFill>
                          <a:latin typeface="+mn-lt"/>
                        </a:rPr>
                        <a:t>Lorem</a:t>
                      </a:r>
                      <a:endParaRPr lang="de-DE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90" marR="68590" marT="34295" marB="34295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err="1">
                          <a:solidFill>
                            <a:schemeClr val="tx1"/>
                          </a:solidFill>
                          <a:latin typeface="+mn-lt"/>
                        </a:rPr>
                        <a:t>Lorem</a:t>
                      </a:r>
                      <a:endParaRPr lang="de-DE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90" marR="68590" marT="34295" marB="34295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err="1">
                          <a:solidFill>
                            <a:schemeClr val="tx1"/>
                          </a:solidFill>
                          <a:latin typeface="+mn-lt"/>
                        </a:rPr>
                        <a:t>Lorem</a:t>
                      </a:r>
                      <a:endParaRPr lang="de-DE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590" marR="68590" marT="34295" marB="34295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687633"/>
                  </a:ext>
                </a:extLst>
              </a:tr>
              <a:tr h="405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092340"/>
                  </a:ext>
                </a:extLst>
              </a:tr>
              <a:tr h="405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958372"/>
                  </a:ext>
                </a:extLst>
              </a:tr>
              <a:tr h="405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498139"/>
                  </a:ext>
                </a:extLst>
              </a:tr>
              <a:tr h="405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59068"/>
                  </a:ext>
                </a:extLst>
              </a:tr>
              <a:tr h="405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882028"/>
                  </a:ext>
                </a:extLst>
              </a:tr>
              <a:tr h="405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335478"/>
                  </a:ext>
                </a:extLst>
              </a:tr>
              <a:tr h="405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endParaRPr kumimoji="0" lang="de-DE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90" marR="68590" marT="34295" marB="34295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350517"/>
                  </a:ext>
                </a:extLst>
              </a:tr>
            </a:tbl>
          </a:graphicData>
        </a:graphic>
      </p:graphicFrame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5EE02CE1-95EF-3B45-BFD6-34BA1C3884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2032981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8E24B940-1270-40C5-8AE8-95A6E5E10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Vier Inhalte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FBDA14-69C8-4E9F-BB30-6DEC887FD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5CCBB9-E831-4BA5-9315-747A00F52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4D3BC119-F804-4AD6-883A-9920498D9B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Inhalt Ebene 1 (bearbeiten)</a:t>
            </a:r>
          </a:p>
          <a:p>
            <a:pPr lvl="1"/>
            <a:r>
              <a:rPr lang="de-DE"/>
              <a:t>Ebene 2</a:t>
            </a:r>
          </a:p>
          <a:p>
            <a:pPr lvl="2"/>
            <a:r>
              <a:rPr lang="de-DE"/>
              <a:t>Ebene 3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4A1D641E-0030-4A49-8CD5-9A00FB5753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Inhalt Ebene 1 (bearbeiten)</a:t>
            </a:r>
          </a:p>
          <a:p>
            <a:pPr lvl="1"/>
            <a:r>
              <a:rPr lang="de-DE"/>
              <a:t>Ebene 2</a:t>
            </a:r>
          </a:p>
          <a:p>
            <a:pPr lvl="2"/>
            <a:r>
              <a:rPr lang="de-DE"/>
              <a:t>Ebene 3</a:t>
            </a: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37EF5A1C-FAA7-483F-B5ED-7E73C71058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Inhalt Ebene 1 (bearbeiten)</a:t>
            </a:r>
          </a:p>
          <a:p>
            <a:pPr lvl="1"/>
            <a:r>
              <a:rPr lang="de-DE"/>
              <a:t>Ebene 2</a:t>
            </a:r>
          </a:p>
          <a:p>
            <a:pPr lvl="2"/>
            <a:r>
              <a:rPr lang="de-DE"/>
              <a:t>Ebene 3</a:t>
            </a: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C8050499-0C4D-45DF-9600-0CAB2C1E74B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/>
              <a:t>Inhalt Ebene 1 (bearbeiten)</a:t>
            </a:r>
          </a:p>
          <a:p>
            <a:pPr lvl="1"/>
            <a:r>
              <a:rPr lang="de-DE"/>
              <a:t>Ebene 2</a:t>
            </a:r>
          </a:p>
          <a:p>
            <a:pPr lvl="2"/>
            <a:r>
              <a:rPr lang="de-DE"/>
              <a:t>Ebene 3</a:t>
            </a:r>
          </a:p>
        </p:txBody>
      </p:sp>
      <p:sp>
        <p:nvSpPr>
          <p:cNvPr id="37" name="Textplatzhalter 36">
            <a:extLst>
              <a:ext uri="{FF2B5EF4-FFF2-40B4-BE49-F238E27FC236}">
                <a16:creationId xmlns:a16="http://schemas.microsoft.com/office/drawing/2014/main" id="{5089F9E5-FB27-FD4F-9E98-2E6A2DEBB5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/>
              <a:t>Untertitel (bearbeiten)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9471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5D9D412B-DE05-4E10-B898-09DDFC316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Viel Text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D0E5F7-431A-40AB-A1CC-B4EDC4A45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CBEE85-30E9-4C56-A792-0BE171192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19</a:t>
            </a:fld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3BB597A-7FDC-4849-828E-F084A9D065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Inhalt Ebene 1 (bearbeiten)</a:t>
            </a:r>
          </a:p>
          <a:p>
            <a:pPr lvl="1"/>
            <a:r>
              <a:rPr lang="de-DE"/>
              <a:t>Ebene 2</a:t>
            </a:r>
          </a:p>
          <a:p>
            <a:pPr lvl="2"/>
            <a:r>
              <a:rPr lang="de-DE"/>
              <a:t>Ebene 3</a:t>
            </a:r>
          </a:p>
          <a:p>
            <a:r>
              <a:rPr lang="de-DE"/>
              <a:t>Ebene 1</a:t>
            </a:r>
          </a:p>
          <a:p>
            <a:r>
              <a:rPr lang="de-DE"/>
              <a:t>Ebene 1</a:t>
            </a:r>
          </a:p>
          <a:p>
            <a:r>
              <a:rPr lang="de-DE"/>
              <a:t>Ebene 1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6A02ED61-6195-4FB4-B33F-4E9A844EE6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Inhalt Ebene 1 (bearbeiten)</a:t>
            </a:r>
          </a:p>
          <a:p>
            <a:pPr lvl="1"/>
            <a:r>
              <a:rPr lang="de-DE"/>
              <a:t>Ebene 2</a:t>
            </a:r>
          </a:p>
          <a:p>
            <a:pPr lvl="2"/>
            <a:r>
              <a:rPr lang="de-DE"/>
              <a:t>Ebene 3</a:t>
            </a:r>
          </a:p>
          <a:p>
            <a:r>
              <a:rPr lang="de-DE"/>
              <a:t>Ebene 1</a:t>
            </a:r>
          </a:p>
          <a:p>
            <a:r>
              <a:rPr lang="de-DE"/>
              <a:t>Ebene 1</a:t>
            </a:r>
          </a:p>
          <a:p>
            <a:r>
              <a:rPr lang="de-DE"/>
              <a:t>Ebene 1</a:t>
            </a:r>
          </a:p>
          <a:p>
            <a:endParaRPr lang="de-DE"/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D39A5174-1793-F74C-A24B-119FC1EEDEE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Untertitel (bearbeiten)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3928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E73E36D-55F2-44D1-954A-0552FEBEE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EC1905-6076-43D3-BC26-E69882D09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20</a:t>
            </a:fld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148F4CF-1E22-44F7-A6C3-46F99A945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Inhalt + Kopf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D27D7A95-98B9-4161-8AC2-FC6397C2EB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Inhalt Ebene 1 (bearbeiten)</a:t>
            </a:r>
          </a:p>
          <a:p>
            <a:pPr lvl="1"/>
            <a:r>
              <a:rPr lang="de-DE"/>
              <a:t>Ebene 2</a:t>
            </a:r>
          </a:p>
          <a:p>
            <a:pPr lvl="2"/>
            <a:r>
              <a:rPr lang="de-DE"/>
              <a:t>Ebene 3</a:t>
            </a:r>
          </a:p>
          <a:p>
            <a:r>
              <a:rPr lang="de-DE"/>
              <a:t>Ebene 1</a:t>
            </a:r>
          </a:p>
          <a:p>
            <a:r>
              <a:rPr lang="de-DE"/>
              <a:t>Ebene 1</a:t>
            </a:r>
          </a:p>
          <a:p>
            <a:r>
              <a:rPr lang="de-DE"/>
              <a:t>Ebene 1</a:t>
            </a:r>
          </a:p>
        </p:txBody>
      </p:sp>
      <p:sp>
        <p:nvSpPr>
          <p:cNvPr id="35" name="Textplatzhalter 34">
            <a:extLst>
              <a:ext uri="{FF2B5EF4-FFF2-40B4-BE49-F238E27FC236}">
                <a16:creationId xmlns:a16="http://schemas.microsoft.com/office/drawing/2014/main" id="{2B80C9F2-DCB6-994D-A602-81C0AFF5488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Untertitel (bearbeiten)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7887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F121C2F3-A156-4329-9992-D1DA05940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Inhalt + Bild rechts (bearbeiten)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FB1D8A5-446E-46E8-BEE7-F294AE87C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A4FB0D1-0955-4B5F-93D6-3EC6A66F9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21</a:t>
            </a:fld>
            <a:endParaRPr lang="de-DE"/>
          </a:p>
        </p:txBody>
      </p:sp>
      <p:sp>
        <p:nvSpPr>
          <p:cNvPr id="40" name="Inhaltsplatzhalter 39">
            <a:extLst>
              <a:ext uri="{FF2B5EF4-FFF2-40B4-BE49-F238E27FC236}">
                <a16:creationId xmlns:a16="http://schemas.microsoft.com/office/drawing/2014/main" id="{1E289D0D-7BEB-714C-A588-97EA49B53B5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165247FA-9822-48CD-97FD-D44E98EF6E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Inhalt Ebene 1 (bearbeiten)</a:t>
            </a:r>
          </a:p>
          <a:p>
            <a:pPr lvl="1"/>
            <a:r>
              <a:rPr lang="de-DE"/>
              <a:t>Ebene 2</a:t>
            </a:r>
          </a:p>
          <a:p>
            <a:pPr lvl="2"/>
            <a:r>
              <a:rPr lang="de-DE"/>
              <a:t>Ebene 3</a:t>
            </a:r>
          </a:p>
          <a:p>
            <a:r>
              <a:rPr lang="de-DE"/>
              <a:t>Ebene 1</a:t>
            </a:r>
          </a:p>
          <a:p>
            <a:r>
              <a:rPr lang="de-DE"/>
              <a:t>Ebene 1</a:t>
            </a:r>
          </a:p>
          <a:p>
            <a:r>
              <a:rPr lang="de-DE"/>
              <a:t>Ebene 1</a:t>
            </a:r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9FEFA628-7C24-5440-99DA-0121894EB4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Untertitel (bearbeiten)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102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9F0C927B-736C-493F-928E-7746B811D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Inhalt + 2 Bilder rechts (bearbeiten)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B7278F7-40C9-4431-A856-71023B2E1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0F6ABEC-0052-4302-A629-A64E4DBC9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22</a:t>
            </a:fld>
            <a:endParaRPr lang="de-DE"/>
          </a:p>
        </p:txBody>
      </p:sp>
      <p:sp>
        <p:nvSpPr>
          <p:cNvPr id="51" name="Inhaltsplatzhalter 50">
            <a:extLst>
              <a:ext uri="{FF2B5EF4-FFF2-40B4-BE49-F238E27FC236}">
                <a16:creationId xmlns:a16="http://schemas.microsoft.com/office/drawing/2014/main" id="{8481A6FD-5E26-C84A-863E-B93119EF7AEA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2" name="Inhaltsplatzhalter 51">
            <a:extLst>
              <a:ext uri="{FF2B5EF4-FFF2-40B4-BE49-F238E27FC236}">
                <a16:creationId xmlns:a16="http://schemas.microsoft.com/office/drawing/2014/main" id="{BDAD6FA6-8A81-4F47-86E9-A716CF53087E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EC3AA371-C8BA-46FA-ACE6-40147D34BD6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/>
              <a:t>Inhalt Ebene 1 (bearbeiten)</a:t>
            </a:r>
          </a:p>
          <a:p>
            <a:pPr lvl="1"/>
            <a:r>
              <a:rPr lang="de-DE"/>
              <a:t>Ebene 2</a:t>
            </a:r>
          </a:p>
          <a:p>
            <a:pPr lvl="2"/>
            <a:r>
              <a:rPr lang="de-DE"/>
              <a:t>Ebene 3</a:t>
            </a:r>
          </a:p>
          <a:p>
            <a:r>
              <a:rPr lang="de-DE"/>
              <a:t>Ebene 1</a:t>
            </a:r>
          </a:p>
          <a:p>
            <a:r>
              <a:rPr lang="de-DE"/>
              <a:t>Ebene 1</a:t>
            </a:r>
          </a:p>
          <a:p>
            <a:r>
              <a:rPr lang="de-DE"/>
              <a:t>Ebene 1</a:t>
            </a:r>
          </a:p>
        </p:txBody>
      </p:sp>
      <p:sp>
        <p:nvSpPr>
          <p:cNvPr id="43" name="Textplatzhalter 42">
            <a:extLst>
              <a:ext uri="{FF2B5EF4-FFF2-40B4-BE49-F238E27FC236}">
                <a16:creationId xmlns:a16="http://schemas.microsoft.com/office/drawing/2014/main" id="{2AFE0A25-8DCA-204A-B180-524EB048A7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Untertitel (bearbeiten)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15704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16AA8AB-C80E-4C31-8D3A-6F4ECB5DD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EC29859-4D3E-4146-9B0E-B73DE7167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23</a:t>
            </a:fld>
            <a:endParaRPr lang="de-DE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C5F48D3B-B520-46C4-B47A-81260F2D1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Inhalt + Bild links</a:t>
            </a:r>
          </a:p>
        </p:txBody>
      </p:sp>
      <p:sp>
        <p:nvSpPr>
          <p:cNvPr id="34" name="Inhaltsplatzhalter 33">
            <a:extLst>
              <a:ext uri="{FF2B5EF4-FFF2-40B4-BE49-F238E27FC236}">
                <a16:creationId xmlns:a16="http://schemas.microsoft.com/office/drawing/2014/main" id="{E6474664-25D4-EE4C-8176-D3B4F1F480EB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BB6386B5-4688-4220-B1A2-4EEEC59AA4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Inhalt Ebene 1 (bearbeiten)</a:t>
            </a:r>
          </a:p>
          <a:p>
            <a:pPr lvl="1"/>
            <a:r>
              <a:rPr lang="de-DE"/>
              <a:t>Ebene 2</a:t>
            </a:r>
          </a:p>
          <a:p>
            <a:pPr lvl="2"/>
            <a:r>
              <a:rPr lang="de-DE"/>
              <a:t>Ebene 3</a:t>
            </a:r>
          </a:p>
          <a:p>
            <a:r>
              <a:rPr lang="de-DE"/>
              <a:t>Ebene 1</a:t>
            </a:r>
          </a:p>
          <a:p>
            <a:r>
              <a:rPr lang="de-DE"/>
              <a:t>Ebene 1</a:t>
            </a:r>
          </a:p>
          <a:p>
            <a:r>
              <a:rPr lang="de-DE"/>
              <a:t>Ebene 1</a:t>
            </a:r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4507DDA8-E855-8043-99EF-027D774D05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Untertitel (bearbeiten)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73672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B85218A-5732-47B2-AD49-E38B30A79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A50FA37-9759-475C-A39F-F82FE8303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24</a:t>
            </a:fld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D08E9FA3-C1D6-476C-B0AF-10A46C34C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Inhalt + Bild links</a:t>
            </a:r>
          </a:p>
        </p:txBody>
      </p:sp>
      <p:sp>
        <p:nvSpPr>
          <p:cNvPr id="51" name="Inhaltsplatzhalter 50">
            <a:extLst>
              <a:ext uri="{FF2B5EF4-FFF2-40B4-BE49-F238E27FC236}">
                <a16:creationId xmlns:a16="http://schemas.microsoft.com/office/drawing/2014/main" id="{AACCC50C-E82C-E94E-9AF4-FD3589A55B94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2" name="Inhaltsplatzhalter 51">
            <a:extLst>
              <a:ext uri="{FF2B5EF4-FFF2-40B4-BE49-F238E27FC236}">
                <a16:creationId xmlns:a16="http://schemas.microsoft.com/office/drawing/2014/main" id="{EE31D617-5816-5344-B1D1-F3B61DBCFC65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941E18B2-F516-4D58-A275-3EBC41A230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Inhalt Ebene 1 (bearbeiten)</a:t>
            </a:r>
          </a:p>
          <a:p>
            <a:pPr lvl="1"/>
            <a:r>
              <a:rPr lang="de-DE"/>
              <a:t>Ebene 2</a:t>
            </a:r>
          </a:p>
          <a:p>
            <a:pPr lvl="2"/>
            <a:r>
              <a:rPr lang="de-DE"/>
              <a:t>Ebene 3</a:t>
            </a:r>
          </a:p>
          <a:p>
            <a:r>
              <a:rPr lang="de-DE"/>
              <a:t>Ebene 1</a:t>
            </a:r>
          </a:p>
          <a:p>
            <a:r>
              <a:rPr lang="de-DE"/>
              <a:t>Ebene 1</a:t>
            </a:r>
          </a:p>
          <a:p>
            <a:r>
              <a:rPr lang="de-DE"/>
              <a:t>Ebene 1</a:t>
            </a:r>
          </a:p>
        </p:txBody>
      </p:sp>
      <p:sp>
        <p:nvSpPr>
          <p:cNvPr id="43" name="Textplatzhalter 42">
            <a:extLst>
              <a:ext uri="{FF2B5EF4-FFF2-40B4-BE49-F238E27FC236}">
                <a16:creationId xmlns:a16="http://schemas.microsoft.com/office/drawing/2014/main" id="{35E7B088-BBBF-154E-81B1-58A0FEAE11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Untertitel (bearbeiten)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81430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7BF9C2EF-E1AF-4BD8-93EB-3426E7881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2 Bilder (bearbeiten)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9810F38-6E05-4658-BC33-EB675DED0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66A693F-0449-452A-AB27-1BBC21AD8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25</a:t>
            </a:fld>
            <a:endParaRPr lang="de-DE"/>
          </a:p>
        </p:txBody>
      </p:sp>
      <p:sp>
        <p:nvSpPr>
          <p:cNvPr id="33" name="Inhaltsplatzhalter 32">
            <a:extLst>
              <a:ext uri="{FF2B5EF4-FFF2-40B4-BE49-F238E27FC236}">
                <a16:creationId xmlns:a16="http://schemas.microsoft.com/office/drawing/2014/main" id="{B969F234-9FE9-E743-BD3F-CE1111399B6D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4" name="Inhaltsplatzhalter 33">
            <a:extLst>
              <a:ext uri="{FF2B5EF4-FFF2-40B4-BE49-F238E27FC236}">
                <a16:creationId xmlns:a16="http://schemas.microsoft.com/office/drawing/2014/main" id="{002A65D8-91AA-9C49-8755-E475E1EA4950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24056F23-70D2-0B4D-9854-868871F4A5B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Untertitel (bearbeiten)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6738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el 51">
            <a:extLst>
              <a:ext uri="{FF2B5EF4-FFF2-40B4-BE49-F238E27FC236}">
                <a16:creationId xmlns:a16="http://schemas.microsoft.com/office/drawing/2014/main" id="{E7CBF870-1708-4675-8D9A-F6C1EB778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Bild groß (bearbeiten)</a:t>
            </a:r>
          </a:p>
        </p:txBody>
      </p:sp>
      <p:sp>
        <p:nvSpPr>
          <p:cNvPr id="44" name="Fußzeilenplatzhalter 43">
            <a:extLst>
              <a:ext uri="{FF2B5EF4-FFF2-40B4-BE49-F238E27FC236}">
                <a16:creationId xmlns:a16="http://schemas.microsoft.com/office/drawing/2014/main" id="{1BBBBF21-9EDA-4DF3-B03E-BA77AE4C3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5" name="Foliennummernplatzhalter 44">
            <a:extLst>
              <a:ext uri="{FF2B5EF4-FFF2-40B4-BE49-F238E27FC236}">
                <a16:creationId xmlns:a16="http://schemas.microsoft.com/office/drawing/2014/main" id="{337F5DD5-434F-4DCB-97E2-7A0FB0EDB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26</a:t>
            </a:fld>
            <a:endParaRPr lang="de-DE"/>
          </a:p>
        </p:txBody>
      </p:sp>
      <p:sp>
        <p:nvSpPr>
          <p:cNvPr id="25" name="Inhaltsplatzhalter 24">
            <a:extLst>
              <a:ext uri="{FF2B5EF4-FFF2-40B4-BE49-F238E27FC236}">
                <a16:creationId xmlns:a16="http://schemas.microsoft.com/office/drawing/2014/main" id="{22ACB51F-A0D7-3F40-9A79-972535FA9A6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B0D48FCA-9FB5-BC43-AB4A-0E6FEEEF83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7492572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35157E2-6959-4F0C-882A-90D00C20C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Kapiteltrenner</a:t>
            </a:r>
            <a:r>
              <a:rPr lang="de-DE"/>
              <a:t> (bearbeiten)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C79543D-FBC3-4538-B1A9-DCB3D8F5B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4A0E295-A48E-4D32-8C1D-C5879FB3F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27</a:t>
            </a:fld>
            <a:endParaRPr lang="de-DE"/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706FA56C-2778-F540-8911-3C638748CF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4" name="Bildplatzhalter 23">
            <a:extLst>
              <a:ext uri="{FF2B5EF4-FFF2-40B4-BE49-F238E27FC236}">
                <a16:creationId xmlns:a16="http://schemas.microsoft.com/office/drawing/2014/main" id="{D42EE89D-0607-3F48-B7F4-A3A11B9C4C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5" name="Bildplatzhalter 24">
            <a:extLst>
              <a:ext uri="{FF2B5EF4-FFF2-40B4-BE49-F238E27FC236}">
                <a16:creationId xmlns:a16="http://schemas.microsoft.com/office/drawing/2014/main" id="{D4793E2B-260C-C84D-BFF8-43ABA22998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6" name="Bildplatzhalter 25">
            <a:extLst>
              <a:ext uri="{FF2B5EF4-FFF2-40B4-BE49-F238E27FC236}">
                <a16:creationId xmlns:a16="http://schemas.microsoft.com/office/drawing/2014/main" id="{1261AC8F-DBA3-EB45-BB79-78FCDF34F35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7" name="Bildplatzhalter 26">
            <a:extLst>
              <a:ext uri="{FF2B5EF4-FFF2-40B4-BE49-F238E27FC236}">
                <a16:creationId xmlns:a16="http://schemas.microsoft.com/office/drawing/2014/main" id="{C8D26E2A-21DB-2348-A58F-7059A68AD77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6538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C0435FE-BF9C-41F9-9EE5-1364B6628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Kapiteltrenner</a:t>
            </a:r>
            <a:r>
              <a:rPr lang="de-DE"/>
              <a:t> (bearbeiten)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29CA9B5-E702-4997-8BDE-32C692398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8E57CF5-55FA-469D-A59A-F255C01AC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28</a:t>
            </a:fld>
            <a:endParaRPr lang="de-DE"/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4649A5A0-E3D1-4643-A6ED-0EA8928E55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A0453F28-5611-0E46-8D2B-6917A4BAF61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52ED60B4-EC57-9D45-94A2-52D974C6DCE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36FA976C-1839-0A47-8935-34B40EA3049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1" name="Bildplatzhalter 20">
            <a:extLst>
              <a:ext uri="{FF2B5EF4-FFF2-40B4-BE49-F238E27FC236}">
                <a16:creationId xmlns:a16="http://schemas.microsoft.com/office/drawing/2014/main" id="{EA11DA82-BD12-8A47-B501-A8ACCA31E3A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46381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C0435FE-BF9C-41F9-9EE5-1364B6628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Kapiteltrenner</a:t>
            </a:r>
            <a:r>
              <a:rPr lang="de-DE"/>
              <a:t> (bearbeiten)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29CA9B5-E702-4997-8BDE-32C692398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8E57CF5-55FA-469D-A59A-F255C01AC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29</a:t>
            </a:fld>
            <a:endParaRPr lang="de-DE"/>
          </a:p>
        </p:txBody>
      </p:sp>
      <p:sp>
        <p:nvSpPr>
          <p:cNvPr id="2" name="Bildplatzhalter 1">
            <a:extLst>
              <a:ext uri="{FF2B5EF4-FFF2-40B4-BE49-F238E27FC236}">
                <a16:creationId xmlns:a16="http://schemas.microsoft.com/office/drawing/2014/main" id="{E605A271-7A76-7B46-8798-26D4DF838A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D012999A-CF58-4A45-9C87-04953E2032E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A8F11BBE-9DB4-7842-A8F8-E8DD612EF3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53933674-8FCD-AA41-A205-3274BBD3C1E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487AD27A-DF76-D74D-A8E6-B699FC6EB65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EA5EFDD1-92CA-6741-BB4E-0F824A706E2E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3752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cD1ivSm0itISrolVGAzw"/>
  <p:tag name="VCTCREATESHAPEHANDLED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cD1ivSm0itISrolVGAzw"/>
  <p:tag name="VCTCREATESHAPEHANDL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cD1ivSm0itISrolVGAzw"/>
  <p:tag name="VCTCREATESHAPEHANDLED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cD1ivSm0itISrolVGAzw"/>
  <p:tag name="VCTCREATESHAPEHANDL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cD1ivSm0itISrolVGAzw"/>
  <p:tag name="VCTCREATESHAPEHANDLED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cD1ivSm0itISrolVGAzw"/>
  <p:tag name="VCTCREATESHAPEHANDLED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cD1ivSm0itISrolVGAzw"/>
  <p:tag name="VCTCREATESHAPEHANDLED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cD1ivSm0itISrolVGAzw"/>
  <p:tag name="VCTCREATESHAPEHANDLED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cD1ivSm0itISrolVGAzw"/>
  <p:tag name="VCTCREATESHAPEHANDLED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cD1ivSm0itISrolVGAzw"/>
  <p:tag name="VCTCREATESHAPEHANDLED" val="0"/>
</p:tagLst>
</file>

<file path=ppt/theme/theme1.xml><?xml version="1.0" encoding="utf-8"?>
<a:theme xmlns:a="http://schemas.openxmlformats.org/drawingml/2006/main" name="HHU_PPT_Vorlage">
  <a:themeElements>
    <a:clrScheme name="HHU">
      <a:dk1>
        <a:sysClr val="windowText" lastClr="000000"/>
      </a:dk1>
      <a:lt1>
        <a:sysClr val="window" lastClr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_Master_HHU_191127.potx" id="{F3938B69-4255-4D03-9129-AB257F1BA87B}" vid="{D92A2462-9914-4D52-BB8D-CB7AB4739413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29</Slides>
  <Notes>29</Notes>
  <HiddenSlides>2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HHU_PPT_Vorlage</vt:lpstr>
      <vt:lpstr>Interim presentation:  monti #2: Dashboard for medical professionals </vt:lpstr>
      <vt:lpstr>Agenda</vt:lpstr>
      <vt:lpstr>Objective</vt:lpstr>
      <vt:lpstr>Context &amp; use case</vt:lpstr>
      <vt:lpstr>Approach &amp; methods</vt:lpstr>
      <vt:lpstr>Key observation</vt:lpstr>
      <vt:lpstr>Preliminary Results</vt:lpstr>
      <vt:lpstr>Preliminary Results</vt:lpstr>
      <vt:lpstr>Preliminary Results</vt:lpstr>
      <vt:lpstr>Preliminary Results</vt:lpstr>
      <vt:lpstr>Current challenges</vt:lpstr>
      <vt:lpstr>Current Challenge</vt:lpstr>
      <vt:lpstr>Complexity vs. Information loss</vt:lpstr>
      <vt:lpstr>Complex vs. Clear overview</vt:lpstr>
      <vt:lpstr>Dashboard improvements</vt:lpstr>
      <vt:lpstr>Outlook</vt:lpstr>
      <vt:lpstr>Tabellen 2 (bearbeiten)</vt:lpstr>
      <vt:lpstr>Vier Inhalte (bearbeiten)</vt:lpstr>
      <vt:lpstr>Viel Text (bearbeiten)</vt:lpstr>
      <vt:lpstr>Inhalt + Kopf</vt:lpstr>
      <vt:lpstr>Inhalt + Bild rechts (bearbeiten)</vt:lpstr>
      <vt:lpstr>Inhalt + 2 Bilder rechts (bearbeiten)</vt:lpstr>
      <vt:lpstr>Inhalt + Bild links</vt:lpstr>
      <vt:lpstr>Inhalt + Bild links</vt:lpstr>
      <vt:lpstr>2 Bilder (bearbeiten)</vt:lpstr>
      <vt:lpstr>Bild groß (bearbeiten)</vt:lpstr>
      <vt:lpstr>Kapiteltrenner (bearbeiten)</vt:lpstr>
      <vt:lpstr>Kapiteltrenner (bearbeiten)</vt:lpstr>
      <vt:lpstr>Kapiteltrenner (bearbeiten)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  dolor sit amet</dc:title>
  <dc:creator>Microsoft Office User</dc:creator>
  <cp:revision>300</cp:revision>
  <dcterms:created xsi:type="dcterms:W3CDTF">2020-09-16T09:44:36Z</dcterms:created>
  <dcterms:modified xsi:type="dcterms:W3CDTF">2026-01-05T07:44:06Z</dcterms:modified>
</cp:coreProperties>
</file>